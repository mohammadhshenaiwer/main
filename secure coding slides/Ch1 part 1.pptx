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1" r:id="rId3"/>
    <p:sldId id="282" r:id="rId4"/>
    <p:sldId id="280" r:id="rId5"/>
    <p:sldId id="258" r:id="rId6"/>
    <p:sldId id="27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6BC73-D4E0-4AE9-9791-FE13E7599211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89EA21-7C7A-40E9-BB91-06452A2B4F45}">
      <dgm:prSet phldrT="[Text]"/>
      <dgm:spPr/>
      <dgm:t>
        <a:bodyPr/>
        <a:lstStyle/>
        <a:p>
          <a:r>
            <a:rPr lang="en-US" dirty="0"/>
            <a:t>Requirement</a:t>
          </a:r>
        </a:p>
      </dgm:t>
    </dgm:pt>
    <dgm:pt modelId="{841D8C42-B9ED-42C2-8869-5BAE6A86D7B3}" type="parTrans" cxnId="{4F9C0533-E7F1-4FE0-A7E7-BAE93144A5B4}">
      <dgm:prSet/>
      <dgm:spPr/>
      <dgm:t>
        <a:bodyPr/>
        <a:lstStyle/>
        <a:p>
          <a:endParaRPr lang="en-US"/>
        </a:p>
      </dgm:t>
    </dgm:pt>
    <dgm:pt modelId="{B0658EB7-1652-49F0-8805-CF99A81E35B8}" type="sibTrans" cxnId="{4F9C0533-E7F1-4FE0-A7E7-BAE93144A5B4}">
      <dgm:prSet/>
      <dgm:spPr/>
      <dgm:t>
        <a:bodyPr/>
        <a:lstStyle/>
        <a:p>
          <a:endParaRPr lang="en-US"/>
        </a:p>
      </dgm:t>
    </dgm:pt>
    <dgm:pt modelId="{F7C70DE4-46A8-42F1-97CB-D7DE3E0C5340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52F8D7E9-D221-4B1C-A215-5213EEC3D7C3}" type="parTrans" cxnId="{DAEFF211-66F5-4975-AEAB-3B2F652DDE8C}">
      <dgm:prSet/>
      <dgm:spPr/>
      <dgm:t>
        <a:bodyPr/>
        <a:lstStyle/>
        <a:p>
          <a:endParaRPr lang="en-US"/>
        </a:p>
      </dgm:t>
    </dgm:pt>
    <dgm:pt modelId="{4D11F2BC-18C0-4BE1-9575-FC9CB1B492EF}" type="sibTrans" cxnId="{DAEFF211-66F5-4975-AEAB-3B2F652DDE8C}">
      <dgm:prSet/>
      <dgm:spPr/>
      <dgm:t>
        <a:bodyPr/>
        <a:lstStyle/>
        <a:p>
          <a:endParaRPr lang="en-US"/>
        </a:p>
      </dgm:t>
    </dgm:pt>
    <dgm:pt modelId="{95891445-312D-44BC-8FE5-E7A02FEABFE3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6E2FAC76-E9F4-4140-8D40-899F3080DE58}" type="parTrans" cxnId="{44772785-24C0-4F11-86A6-95EF167ED841}">
      <dgm:prSet/>
      <dgm:spPr/>
      <dgm:t>
        <a:bodyPr/>
        <a:lstStyle/>
        <a:p>
          <a:endParaRPr lang="en-US"/>
        </a:p>
      </dgm:t>
    </dgm:pt>
    <dgm:pt modelId="{33605239-566F-47FE-9C0B-51CA99342E79}" type="sibTrans" cxnId="{44772785-24C0-4F11-86A6-95EF167ED841}">
      <dgm:prSet/>
      <dgm:spPr/>
      <dgm:t>
        <a:bodyPr/>
        <a:lstStyle/>
        <a:p>
          <a:endParaRPr lang="en-US"/>
        </a:p>
      </dgm:t>
    </dgm:pt>
    <dgm:pt modelId="{91B81FE8-9A9C-4441-ACBC-8881FD7EB915}">
      <dgm:prSet phldrT="[Text]"/>
      <dgm:spPr/>
      <dgm:t>
        <a:bodyPr/>
        <a:lstStyle/>
        <a:p>
          <a:r>
            <a:rPr lang="en-US" dirty="0"/>
            <a:t>Testing </a:t>
          </a:r>
        </a:p>
      </dgm:t>
    </dgm:pt>
    <dgm:pt modelId="{81EECAD1-182F-4E0C-B4E6-71498EC3FEF4}" type="parTrans" cxnId="{BEE3539C-4259-4C87-9A64-C0150EFA6BE6}">
      <dgm:prSet/>
      <dgm:spPr/>
      <dgm:t>
        <a:bodyPr/>
        <a:lstStyle/>
        <a:p>
          <a:endParaRPr lang="en-US"/>
        </a:p>
      </dgm:t>
    </dgm:pt>
    <dgm:pt modelId="{13BF23A2-1FBF-4659-BA9F-E991A91BF126}" type="sibTrans" cxnId="{BEE3539C-4259-4C87-9A64-C0150EFA6BE6}">
      <dgm:prSet/>
      <dgm:spPr/>
      <dgm:t>
        <a:bodyPr/>
        <a:lstStyle/>
        <a:p>
          <a:endParaRPr lang="en-US"/>
        </a:p>
      </dgm:t>
    </dgm:pt>
    <dgm:pt modelId="{201F56F1-8526-44FD-B603-EF00653F13B2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0CED4D78-5E4E-41DE-92B6-CA8B66CC925C}" type="parTrans" cxnId="{9C31D609-4CD0-4A92-8C9E-B209C287DE5C}">
      <dgm:prSet/>
      <dgm:spPr/>
      <dgm:t>
        <a:bodyPr/>
        <a:lstStyle/>
        <a:p>
          <a:endParaRPr lang="en-US"/>
        </a:p>
      </dgm:t>
    </dgm:pt>
    <dgm:pt modelId="{80785AF7-DD5D-4295-9252-FEE1249612BC}" type="sibTrans" cxnId="{9C31D609-4CD0-4A92-8C9E-B209C287DE5C}">
      <dgm:prSet/>
      <dgm:spPr/>
      <dgm:t>
        <a:bodyPr/>
        <a:lstStyle/>
        <a:p>
          <a:endParaRPr lang="en-US"/>
        </a:p>
      </dgm:t>
    </dgm:pt>
    <dgm:pt modelId="{33C01DE7-173A-4C75-927E-07592E8DD903}">
      <dgm:prSet phldrT="[Text]"/>
      <dgm:spPr/>
      <dgm:t>
        <a:bodyPr/>
        <a:lstStyle/>
        <a:p>
          <a:r>
            <a:rPr lang="en-US" dirty="0"/>
            <a:t>Maintenance </a:t>
          </a:r>
        </a:p>
      </dgm:t>
    </dgm:pt>
    <dgm:pt modelId="{D938A153-ED30-4891-B232-23CEBB79AE27}" type="parTrans" cxnId="{DCC7C253-DA6C-45E8-9D04-313F7B23F44B}">
      <dgm:prSet/>
      <dgm:spPr/>
      <dgm:t>
        <a:bodyPr/>
        <a:lstStyle/>
        <a:p>
          <a:endParaRPr lang="en-US"/>
        </a:p>
      </dgm:t>
    </dgm:pt>
    <dgm:pt modelId="{48684F28-20F8-4AC3-8E2B-055D2FF1B3C3}" type="sibTrans" cxnId="{DCC7C253-DA6C-45E8-9D04-313F7B23F44B}">
      <dgm:prSet/>
      <dgm:spPr/>
      <dgm:t>
        <a:bodyPr/>
        <a:lstStyle/>
        <a:p>
          <a:endParaRPr lang="en-US"/>
        </a:p>
      </dgm:t>
    </dgm:pt>
    <dgm:pt modelId="{FF2F1C25-CCD2-4BAE-AEC7-43553BDCEC52}" type="pres">
      <dgm:prSet presAssocID="{C1E6BC73-D4E0-4AE9-9791-FE13E7599211}" presName="cycle" presStyleCnt="0">
        <dgm:presLayoutVars>
          <dgm:dir/>
          <dgm:resizeHandles val="exact"/>
        </dgm:presLayoutVars>
      </dgm:prSet>
      <dgm:spPr/>
    </dgm:pt>
    <dgm:pt modelId="{EC7A744A-6EB2-48F9-AE7D-4695B91E1058}" type="pres">
      <dgm:prSet presAssocID="{7389EA21-7C7A-40E9-BB91-06452A2B4F45}" presName="node" presStyleLbl="node1" presStyleIdx="0" presStyleCnt="6">
        <dgm:presLayoutVars>
          <dgm:bulletEnabled val="1"/>
        </dgm:presLayoutVars>
      </dgm:prSet>
      <dgm:spPr/>
    </dgm:pt>
    <dgm:pt modelId="{9FF82634-8E46-4B69-92E4-B7354B958CFA}" type="pres">
      <dgm:prSet presAssocID="{7389EA21-7C7A-40E9-BB91-06452A2B4F45}" presName="spNode" presStyleCnt="0"/>
      <dgm:spPr/>
    </dgm:pt>
    <dgm:pt modelId="{D0E53C81-A03E-4C58-A506-659DAD23971F}" type="pres">
      <dgm:prSet presAssocID="{B0658EB7-1652-49F0-8805-CF99A81E35B8}" presName="sibTrans" presStyleLbl="sibTrans1D1" presStyleIdx="0" presStyleCnt="6"/>
      <dgm:spPr/>
    </dgm:pt>
    <dgm:pt modelId="{832866F4-80C5-453C-A6DB-5432EB1A423F}" type="pres">
      <dgm:prSet presAssocID="{F7C70DE4-46A8-42F1-97CB-D7DE3E0C5340}" presName="node" presStyleLbl="node1" presStyleIdx="1" presStyleCnt="6">
        <dgm:presLayoutVars>
          <dgm:bulletEnabled val="1"/>
        </dgm:presLayoutVars>
      </dgm:prSet>
      <dgm:spPr/>
    </dgm:pt>
    <dgm:pt modelId="{F1E20077-B2C9-4A3F-AFA8-31331612CA0A}" type="pres">
      <dgm:prSet presAssocID="{F7C70DE4-46A8-42F1-97CB-D7DE3E0C5340}" presName="spNode" presStyleCnt="0"/>
      <dgm:spPr/>
    </dgm:pt>
    <dgm:pt modelId="{4E8C3470-C81F-48D8-A024-8C007459AAF0}" type="pres">
      <dgm:prSet presAssocID="{4D11F2BC-18C0-4BE1-9575-FC9CB1B492EF}" presName="sibTrans" presStyleLbl="sibTrans1D1" presStyleIdx="1" presStyleCnt="6"/>
      <dgm:spPr/>
    </dgm:pt>
    <dgm:pt modelId="{8160EF89-2850-4662-A114-D86E9F3C7BA7}" type="pres">
      <dgm:prSet presAssocID="{95891445-312D-44BC-8FE5-E7A02FEABFE3}" presName="node" presStyleLbl="node1" presStyleIdx="2" presStyleCnt="6">
        <dgm:presLayoutVars>
          <dgm:bulletEnabled val="1"/>
        </dgm:presLayoutVars>
      </dgm:prSet>
      <dgm:spPr/>
    </dgm:pt>
    <dgm:pt modelId="{DFFE8BEC-0C3F-4F1F-8BF6-E9D14563B9E8}" type="pres">
      <dgm:prSet presAssocID="{95891445-312D-44BC-8FE5-E7A02FEABFE3}" presName="spNode" presStyleCnt="0"/>
      <dgm:spPr/>
    </dgm:pt>
    <dgm:pt modelId="{977126D1-E069-48B8-975D-907940DDE247}" type="pres">
      <dgm:prSet presAssocID="{33605239-566F-47FE-9C0B-51CA99342E79}" presName="sibTrans" presStyleLbl="sibTrans1D1" presStyleIdx="2" presStyleCnt="6"/>
      <dgm:spPr/>
    </dgm:pt>
    <dgm:pt modelId="{B1178105-FC93-4BC7-9EE1-9F7B7BA1A38C}" type="pres">
      <dgm:prSet presAssocID="{91B81FE8-9A9C-4441-ACBC-8881FD7EB915}" presName="node" presStyleLbl="node1" presStyleIdx="3" presStyleCnt="6">
        <dgm:presLayoutVars>
          <dgm:bulletEnabled val="1"/>
        </dgm:presLayoutVars>
      </dgm:prSet>
      <dgm:spPr/>
    </dgm:pt>
    <dgm:pt modelId="{47491068-D7A7-487B-81AD-38B5A09D2F39}" type="pres">
      <dgm:prSet presAssocID="{91B81FE8-9A9C-4441-ACBC-8881FD7EB915}" presName="spNode" presStyleCnt="0"/>
      <dgm:spPr/>
    </dgm:pt>
    <dgm:pt modelId="{D23C91E1-2B45-4846-BE84-E653507E9714}" type="pres">
      <dgm:prSet presAssocID="{13BF23A2-1FBF-4659-BA9F-E991A91BF126}" presName="sibTrans" presStyleLbl="sibTrans1D1" presStyleIdx="3" presStyleCnt="6"/>
      <dgm:spPr/>
    </dgm:pt>
    <dgm:pt modelId="{8B406071-5B1B-4AF5-8E3B-371AF948DE26}" type="pres">
      <dgm:prSet presAssocID="{201F56F1-8526-44FD-B603-EF00653F13B2}" presName="node" presStyleLbl="node1" presStyleIdx="4" presStyleCnt="6">
        <dgm:presLayoutVars>
          <dgm:bulletEnabled val="1"/>
        </dgm:presLayoutVars>
      </dgm:prSet>
      <dgm:spPr/>
    </dgm:pt>
    <dgm:pt modelId="{D46C91CE-74CC-4E1A-9B4E-D03D920CD130}" type="pres">
      <dgm:prSet presAssocID="{201F56F1-8526-44FD-B603-EF00653F13B2}" presName="spNode" presStyleCnt="0"/>
      <dgm:spPr/>
    </dgm:pt>
    <dgm:pt modelId="{0ED3EAEC-7466-441A-BA7C-CCBCBB93846E}" type="pres">
      <dgm:prSet presAssocID="{80785AF7-DD5D-4295-9252-FEE1249612BC}" presName="sibTrans" presStyleLbl="sibTrans1D1" presStyleIdx="4" presStyleCnt="6"/>
      <dgm:spPr/>
    </dgm:pt>
    <dgm:pt modelId="{00206A51-B07C-45B1-9B1D-4821D858E3CC}" type="pres">
      <dgm:prSet presAssocID="{33C01DE7-173A-4C75-927E-07592E8DD903}" presName="node" presStyleLbl="node1" presStyleIdx="5" presStyleCnt="6">
        <dgm:presLayoutVars>
          <dgm:bulletEnabled val="1"/>
        </dgm:presLayoutVars>
      </dgm:prSet>
      <dgm:spPr/>
    </dgm:pt>
    <dgm:pt modelId="{8B264BD3-724F-4606-8FC0-FD4D3C759D1D}" type="pres">
      <dgm:prSet presAssocID="{33C01DE7-173A-4C75-927E-07592E8DD903}" presName="spNode" presStyleCnt="0"/>
      <dgm:spPr/>
    </dgm:pt>
    <dgm:pt modelId="{089618B7-5F1E-404B-B88E-92377E7B1738}" type="pres">
      <dgm:prSet presAssocID="{48684F28-20F8-4AC3-8E2B-055D2FF1B3C3}" presName="sibTrans" presStyleLbl="sibTrans1D1" presStyleIdx="5" presStyleCnt="6"/>
      <dgm:spPr/>
    </dgm:pt>
  </dgm:ptLst>
  <dgm:cxnLst>
    <dgm:cxn modelId="{B41C9B01-FF86-49C6-83C3-FC948FBE6B71}" type="presOf" srcId="{4D11F2BC-18C0-4BE1-9575-FC9CB1B492EF}" destId="{4E8C3470-C81F-48D8-A024-8C007459AAF0}" srcOrd="0" destOrd="0" presId="urn:microsoft.com/office/officeart/2005/8/layout/cycle5"/>
    <dgm:cxn modelId="{04A89503-E8DD-4044-83F7-5131FD0BFFC9}" type="presOf" srcId="{80785AF7-DD5D-4295-9252-FEE1249612BC}" destId="{0ED3EAEC-7466-441A-BA7C-CCBCBB93846E}" srcOrd="0" destOrd="0" presId="urn:microsoft.com/office/officeart/2005/8/layout/cycle5"/>
    <dgm:cxn modelId="{9C31D609-4CD0-4A92-8C9E-B209C287DE5C}" srcId="{C1E6BC73-D4E0-4AE9-9791-FE13E7599211}" destId="{201F56F1-8526-44FD-B603-EF00653F13B2}" srcOrd="4" destOrd="0" parTransId="{0CED4D78-5E4E-41DE-92B6-CA8B66CC925C}" sibTransId="{80785AF7-DD5D-4295-9252-FEE1249612BC}"/>
    <dgm:cxn modelId="{DAEFF211-66F5-4975-AEAB-3B2F652DDE8C}" srcId="{C1E6BC73-D4E0-4AE9-9791-FE13E7599211}" destId="{F7C70DE4-46A8-42F1-97CB-D7DE3E0C5340}" srcOrd="1" destOrd="0" parTransId="{52F8D7E9-D221-4B1C-A215-5213EEC3D7C3}" sibTransId="{4D11F2BC-18C0-4BE1-9575-FC9CB1B492EF}"/>
    <dgm:cxn modelId="{FBB6851A-8C82-478C-BDF6-6283F00C4241}" type="presOf" srcId="{33605239-566F-47FE-9C0B-51CA99342E79}" destId="{977126D1-E069-48B8-975D-907940DDE247}" srcOrd="0" destOrd="0" presId="urn:microsoft.com/office/officeart/2005/8/layout/cycle5"/>
    <dgm:cxn modelId="{49D7E127-C49B-4FCA-A10D-3A7320B677DD}" type="presOf" srcId="{F7C70DE4-46A8-42F1-97CB-D7DE3E0C5340}" destId="{832866F4-80C5-453C-A6DB-5432EB1A423F}" srcOrd="0" destOrd="0" presId="urn:microsoft.com/office/officeart/2005/8/layout/cycle5"/>
    <dgm:cxn modelId="{4F9C0533-E7F1-4FE0-A7E7-BAE93144A5B4}" srcId="{C1E6BC73-D4E0-4AE9-9791-FE13E7599211}" destId="{7389EA21-7C7A-40E9-BB91-06452A2B4F45}" srcOrd="0" destOrd="0" parTransId="{841D8C42-B9ED-42C2-8869-5BAE6A86D7B3}" sibTransId="{B0658EB7-1652-49F0-8805-CF99A81E35B8}"/>
    <dgm:cxn modelId="{1297D060-7477-47E6-9A2A-AA9C3B52EA0C}" type="presOf" srcId="{91B81FE8-9A9C-4441-ACBC-8881FD7EB915}" destId="{B1178105-FC93-4BC7-9EE1-9F7B7BA1A38C}" srcOrd="0" destOrd="0" presId="urn:microsoft.com/office/officeart/2005/8/layout/cycle5"/>
    <dgm:cxn modelId="{981B846F-3113-4BB3-9246-5703CD0258A6}" type="presOf" srcId="{48684F28-20F8-4AC3-8E2B-055D2FF1B3C3}" destId="{089618B7-5F1E-404B-B88E-92377E7B1738}" srcOrd="0" destOrd="0" presId="urn:microsoft.com/office/officeart/2005/8/layout/cycle5"/>
    <dgm:cxn modelId="{DCC7C253-DA6C-45E8-9D04-313F7B23F44B}" srcId="{C1E6BC73-D4E0-4AE9-9791-FE13E7599211}" destId="{33C01DE7-173A-4C75-927E-07592E8DD903}" srcOrd="5" destOrd="0" parTransId="{D938A153-ED30-4891-B232-23CEBB79AE27}" sibTransId="{48684F28-20F8-4AC3-8E2B-055D2FF1B3C3}"/>
    <dgm:cxn modelId="{99431474-2D4B-471F-94B5-E66DFF72CF06}" type="presOf" srcId="{33C01DE7-173A-4C75-927E-07592E8DD903}" destId="{00206A51-B07C-45B1-9B1D-4821D858E3CC}" srcOrd="0" destOrd="0" presId="urn:microsoft.com/office/officeart/2005/8/layout/cycle5"/>
    <dgm:cxn modelId="{44772785-24C0-4F11-86A6-95EF167ED841}" srcId="{C1E6BC73-D4E0-4AE9-9791-FE13E7599211}" destId="{95891445-312D-44BC-8FE5-E7A02FEABFE3}" srcOrd="2" destOrd="0" parTransId="{6E2FAC76-E9F4-4140-8D40-899F3080DE58}" sibTransId="{33605239-566F-47FE-9C0B-51CA99342E79}"/>
    <dgm:cxn modelId="{BEE3539C-4259-4C87-9A64-C0150EFA6BE6}" srcId="{C1E6BC73-D4E0-4AE9-9791-FE13E7599211}" destId="{91B81FE8-9A9C-4441-ACBC-8881FD7EB915}" srcOrd="3" destOrd="0" parTransId="{81EECAD1-182F-4E0C-B4E6-71498EC3FEF4}" sibTransId="{13BF23A2-1FBF-4659-BA9F-E991A91BF126}"/>
    <dgm:cxn modelId="{87CBC8B2-F55C-414A-A48B-FDCDEA4B5B86}" type="presOf" srcId="{B0658EB7-1652-49F0-8805-CF99A81E35B8}" destId="{D0E53C81-A03E-4C58-A506-659DAD23971F}" srcOrd="0" destOrd="0" presId="urn:microsoft.com/office/officeart/2005/8/layout/cycle5"/>
    <dgm:cxn modelId="{E3EA2DB5-059D-44E0-AF66-DC51824B1EC7}" type="presOf" srcId="{7389EA21-7C7A-40E9-BB91-06452A2B4F45}" destId="{EC7A744A-6EB2-48F9-AE7D-4695B91E1058}" srcOrd="0" destOrd="0" presId="urn:microsoft.com/office/officeart/2005/8/layout/cycle5"/>
    <dgm:cxn modelId="{07780AB9-C753-41EF-B0F3-C0322B8664E8}" type="presOf" srcId="{201F56F1-8526-44FD-B603-EF00653F13B2}" destId="{8B406071-5B1B-4AF5-8E3B-371AF948DE26}" srcOrd="0" destOrd="0" presId="urn:microsoft.com/office/officeart/2005/8/layout/cycle5"/>
    <dgm:cxn modelId="{44C2FED3-4FEF-47BF-9606-E1586FF6E57D}" type="presOf" srcId="{95891445-312D-44BC-8FE5-E7A02FEABFE3}" destId="{8160EF89-2850-4662-A114-D86E9F3C7BA7}" srcOrd="0" destOrd="0" presId="urn:microsoft.com/office/officeart/2005/8/layout/cycle5"/>
    <dgm:cxn modelId="{684A7BED-664E-4274-8F65-C8612F35FF68}" type="presOf" srcId="{C1E6BC73-D4E0-4AE9-9791-FE13E7599211}" destId="{FF2F1C25-CCD2-4BAE-AEC7-43553BDCEC52}" srcOrd="0" destOrd="0" presId="urn:microsoft.com/office/officeart/2005/8/layout/cycle5"/>
    <dgm:cxn modelId="{ADF58CFC-6138-4783-8209-E2002BE588EC}" type="presOf" srcId="{13BF23A2-1FBF-4659-BA9F-E991A91BF126}" destId="{D23C91E1-2B45-4846-BE84-E653507E9714}" srcOrd="0" destOrd="0" presId="urn:microsoft.com/office/officeart/2005/8/layout/cycle5"/>
    <dgm:cxn modelId="{979C57E9-5451-41BA-8DDF-CDEA632C6E4C}" type="presParOf" srcId="{FF2F1C25-CCD2-4BAE-AEC7-43553BDCEC52}" destId="{EC7A744A-6EB2-48F9-AE7D-4695B91E1058}" srcOrd="0" destOrd="0" presId="urn:microsoft.com/office/officeart/2005/8/layout/cycle5"/>
    <dgm:cxn modelId="{84C76AAF-ACC0-43EB-A1E4-254D4C7A3ED6}" type="presParOf" srcId="{FF2F1C25-CCD2-4BAE-AEC7-43553BDCEC52}" destId="{9FF82634-8E46-4B69-92E4-B7354B958CFA}" srcOrd="1" destOrd="0" presId="urn:microsoft.com/office/officeart/2005/8/layout/cycle5"/>
    <dgm:cxn modelId="{9D32AE65-1388-4EB6-9F52-B50C5C7696A0}" type="presParOf" srcId="{FF2F1C25-CCD2-4BAE-AEC7-43553BDCEC52}" destId="{D0E53C81-A03E-4C58-A506-659DAD23971F}" srcOrd="2" destOrd="0" presId="urn:microsoft.com/office/officeart/2005/8/layout/cycle5"/>
    <dgm:cxn modelId="{1F4D3E16-4DBF-4B6C-B5BB-708B27772D74}" type="presParOf" srcId="{FF2F1C25-CCD2-4BAE-AEC7-43553BDCEC52}" destId="{832866F4-80C5-453C-A6DB-5432EB1A423F}" srcOrd="3" destOrd="0" presId="urn:microsoft.com/office/officeart/2005/8/layout/cycle5"/>
    <dgm:cxn modelId="{05995472-E71F-4E69-B38A-852D9C898711}" type="presParOf" srcId="{FF2F1C25-CCD2-4BAE-AEC7-43553BDCEC52}" destId="{F1E20077-B2C9-4A3F-AFA8-31331612CA0A}" srcOrd="4" destOrd="0" presId="urn:microsoft.com/office/officeart/2005/8/layout/cycle5"/>
    <dgm:cxn modelId="{3EF7573A-2BD9-457E-A914-F623B2F59221}" type="presParOf" srcId="{FF2F1C25-CCD2-4BAE-AEC7-43553BDCEC52}" destId="{4E8C3470-C81F-48D8-A024-8C007459AAF0}" srcOrd="5" destOrd="0" presId="urn:microsoft.com/office/officeart/2005/8/layout/cycle5"/>
    <dgm:cxn modelId="{4D20BE05-CEC1-4AAB-BBFA-7492C7A35675}" type="presParOf" srcId="{FF2F1C25-CCD2-4BAE-AEC7-43553BDCEC52}" destId="{8160EF89-2850-4662-A114-D86E9F3C7BA7}" srcOrd="6" destOrd="0" presId="urn:microsoft.com/office/officeart/2005/8/layout/cycle5"/>
    <dgm:cxn modelId="{421E3E01-5D3E-4694-8DAD-9E5A11A3C311}" type="presParOf" srcId="{FF2F1C25-CCD2-4BAE-AEC7-43553BDCEC52}" destId="{DFFE8BEC-0C3F-4F1F-8BF6-E9D14563B9E8}" srcOrd="7" destOrd="0" presId="urn:microsoft.com/office/officeart/2005/8/layout/cycle5"/>
    <dgm:cxn modelId="{55634D3D-31EB-4030-92D8-484F2EEB49D3}" type="presParOf" srcId="{FF2F1C25-CCD2-4BAE-AEC7-43553BDCEC52}" destId="{977126D1-E069-48B8-975D-907940DDE247}" srcOrd="8" destOrd="0" presId="urn:microsoft.com/office/officeart/2005/8/layout/cycle5"/>
    <dgm:cxn modelId="{ED502910-333C-46E9-9D24-E57DCD6DB66F}" type="presParOf" srcId="{FF2F1C25-CCD2-4BAE-AEC7-43553BDCEC52}" destId="{B1178105-FC93-4BC7-9EE1-9F7B7BA1A38C}" srcOrd="9" destOrd="0" presId="urn:microsoft.com/office/officeart/2005/8/layout/cycle5"/>
    <dgm:cxn modelId="{1B3C188B-07DE-4138-8484-2E87868BC04F}" type="presParOf" srcId="{FF2F1C25-CCD2-4BAE-AEC7-43553BDCEC52}" destId="{47491068-D7A7-487B-81AD-38B5A09D2F39}" srcOrd="10" destOrd="0" presId="urn:microsoft.com/office/officeart/2005/8/layout/cycle5"/>
    <dgm:cxn modelId="{A449C182-085A-4F29-A15D-EBE25EE51567}" type="presParOf" srcId="{FF2F1C25-CCD2-4BAE-AEC7-43553BDCEC52}" destId="{D23C91E1-2B45-4846-BE84-E653507E9714}" srcOrd="11" destOrd="0" presId="urn:microsoft.com/office/officeart/2005/8/layout/cycle5"/>
    <dgm:cxn modelId="{C53F3FB0-F34D-40BB-8A8E-287F43C6E64D}" type="presParOf" srcId="{FF2F1C25-CCD2-4BAE-AEC7-43553BDCEC52}" destId="{8B406071-5B1B-4AF5-8E3B-371AF948DE26}" srcOrd="12" destOrd="0" presId="urn:microsoft.com/office/officeart/2005/8/layout/cycle5"/>
    <dgm:cxn modelId="{78A0664F-4556-46D9-BACB-7C76818D6353}" type="presParOf" srcId="{FF2F1C25-CCD2-4BAE-AEC7-43553BDCEC52}" destId="{D46C91CE-74CC-4E1A-9B4E-D03D920CD130}" srcOrd="13" destOrd="0" presId="urn:microsoft.com/office/officeart/2005/8/layout/cycle5"/>
    <dgm:cxn modelId="{255920ED-B1EC-42B6-B1B9-ECE1E748F4F1}" type="presParOf" srcId="{FF2F1C25-CCD2-4BAE-AEC7-43553BDCEC52}" destId="{0ED3EAEC-7466-441A-BA7C-CCBCBB93846E}" srcOrd="14" destOrd="0" presId="urn:microsoft.com/office/officeart/2005/8/layout/cycle5"/>
    <dgm:cxn modelId="{3504846D-FCD4-4661-B4F3-792B0148C488}" type="presParOf" srcId="{FF2F1C25-CCD2-4BAE-AEC7-43553BDCEC52}" destId="{00206A51-B07C-45B1-9B1D-4821D858E3CC}" srcOrd="15" destOrd="0" presId="urn:microsoft.com/office/officeart/2005/8/layout/cycle5"/>
    <dgm:cxn modelId="{1875719D-0C32-46B0-867C-AD758247EB9E}" type="presParOf" srcId="{FF2F1C25-CCD2-4BAE-AEC7-43553BDCEC52}" destId="{8B264BD3-724F-4606-8FC0-FD4D3C759D1D}" srcOrd="16" destOrd="0" presId="urn:microsoft.com/office/officeart/2005/8/layout/cycle5"/>
    <dgm:cxn modelId="{3AD43DB9-06D7-4FC0-81F6-62A85F60F479}" type="presParOf" srcId="{FF2F1C25-CCD2-4BAE-AEC7-43553BDCEC52}" destId="{089618B7-5F1E-404B-B88E-92377E7B1738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E6BC73-D4E0-4AE9-9791-FE13E7599211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89EA21-7C7A-40E9-BB91-06452A2B4F45}">
      <dgm:prSet phldrT="[Text]"/>
      <dgm:spPr/>
      <dgm:t>
        <a:bodyPr/>
        <a:lstStyle/>
        <a:p>
          <a:r>
            <a:rPr lang="en-US" dirty="0"/>
            <a:t>Training</a:t>
          </a:r>
        </a:p>
      </dgm:t>
    </dgm:pt>
    <dgm:pt modelId="{841D8C42-B9ED-42C2-8869-5BAE6A86D7B3}" type="parTrans" cxnId="{4F9C0533-E7F1-4FE0-A7E7-BAE93144A5B4}">
      <dgm:prSet/>
      <dgm:spPr/>
      <dgm:t>
        <a:bodyPr/>
        <a:lstStyle/>
        <a:p>
          <a:endParaRPr lang="en-US"/>
        </a:p>
      </dgm:t>
    </dgm:pt>
    <dgm:pt modelId="{B0658EB7-1652-49F0-8805-CF99A81E35B8}" type="sibTrans" cxnId="{4F9C0533-E7F1-4FE0-A7E7-BAE93144A5B4}">
      <dgm:prSet/>
      <dgm:spPr/>
      <dgm:t>
        <a:bodyPr/>
        <a:lstStyle/>
        <a:p>
          <a:endParaRPr lang="en-US"/>
        </a:p>
      </dgm:t>
    </dgm:pt>
    <dgm:pt modelId="{F7C70DE4-46A8-42F1-97CB-D7DE3E0C5340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52F8D7E9-D221-4B1C-A215-5213EEC3D7C3}" type="parTrans" cxnId="{DAEFF211-66F5-4975-AEAB-3B2F652DDE8C}">
      <dgm:prSet/>
      <dgm:spPr/>
      <dgm:t>
        <a:bodyPr/>
        <a:lstStyle/>
        <a:p>
          <a:endParaRPr lang="en-US"/>
        </a:p>
      </dgm:t>
    </dgm:pt>
    <dgm:pt modelId="{4D11F2BC-18C0-4BE1-9575-FC9CB1B492EF}" type="sibTrans" cxnId="{DAEFF211-66F5-4975-AEAB-3B2F652DDE8C}">
      <dgm:prSet/>
      <dgm:spPr/>
      <dgm:t>
        <a:bodyPr/>
        <a:lstStyle/>
        <a:p>
          <a:endParaRPr lang="en-US"/>
        </a:p>
      </dgm:t>
    </dgm:pt>
    <dgm:pt modelId="{95891445-312D-44BC-8FE5-E7A02FEABFE3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6E2FAC76-E9F4-4140-8D40-899F3080DE58}" type="parTrans" cxnId="{44772785-24C0-4F11-86A6-95EF167ED841}">
      <dgm:prSet/>
      <dgm:spPr/>
      <dgm:t>
        <a:bodyPr/>
        <a:lstStyle/>
        <a:p>
          <a:endParaRPr lang="en-US"/>
        </a:p>
      </dgm:t>
    </dgm:pt>
    <dgm:pt modelId="{33605239-566F-47FE-9C0B-51CA99342E79}" type="sibTrans" cxnId="{44772785-24C0-4F11-86A6-95EF167ED841}">
      <dgm:prSet/>
      <dgm:spPr/>
      <dgm:t>
        <a:bodyPr/>
        <a:lstStyle/>
        <a:p>
          <a:endParaRPr lang="en-US"/>
        </a:p>
      </dgm:t>
    </dgm:pt>
    <dgm:pt modelId="{91B81FE8-9A9C-4441-ACBC-8881FD7EB915}">
      <dgm:prSet phldrT="[Text]"/>
      <dgm:spPr/>
      <dgm:t>
        <a:bodyPr/>
        <a:lstStyle/>
        <a:p>
          <a:r>
            <a:rPr lang="en-US" dirty="0"/>
            <a:t>Verification</a:t>
          </a:r>
        </a:p>
      </dgm:t>
    </dgm:pt>
    <dgm:pt modelId="{81EECAD1-182F-4E0C-B4E6-71498EC3FEF4}" type="parTrans" cxnId="{BEE3539C-4259-4C87-9A64-C0150EFA6BE6}">
      <dgm:prSet/>
      <dgm:spPr/>
      <dgm:t>
        <a:bodyPr/>
        <a:lstStyle/>
        <a:p>
          <a:endParaRPr lang="en-US"/>
        </a:p>
      </dgm:t>
    </dgm:pt>
    <dgm:pt modelId="{13BF23A2-1FBF-4659-BA9F-E991A91BF126}" type="sibTrans" cxnId="{BEE3539C-4259-4C87-9A64-C0150EFA6BE6}">
      <dgm:prSet/>
      <dgm:spPr/>
      <dgm:t>
        <a:bodyPr/>
        <a:lstStyle/>
        <a:p>
          <a:endParaRPr lang="en-US"/>
        </a:p>
      </dgm:t>
    </dgm:pt>
    <dgm:pt modelId="{201F56F1-8526-44FD-B603-EF00653F13B2}">
      <dgm:prSet phldrT="[Text]"/>
      <dgm:spPr/>
      <dgm:t>
        <a:bodyPr/>
        <a:lstStyle/>
        <a:p>
          <a:r>
            <a:rPr lang="en-US" dirty="0"/>
            <a:t>Release</a:t>
          </a:r>
        </a:p>
      </dgm:t>
    </dgm:pt>
    <dgm:pt modelId="{0CED4D78-5E4E-41DE-92B6-CA8B66CC925C}" type="parTrans" cxnId="{9C31D609-4CD0-4A92-8C9E-B209C287DE5C}">
      <dgm:prSet/>
      <dgm:spPr/>
      <dgm:t>
        <a:bodyPr/>
        <a:lstStyle/>
        <a:p>
          <a:endParaRPr lang="en-US"/>
        </a:p>
      </dgm:t>
    </dgm:pt>
    <dgm:pt modelId="{80785AF7-DD5D-4295-9252-FEE1249612BC}" type="sibTrans" cxnId="{9C31D609-4CD0-4A92-8C9E-B209C287DE5C}">
      <dgm:prSet/>
      <dgm:spPr/>
      <dgm:t>
        <a:bodyPr/>
        <a:lstStyle/>
        <a:p>
          <a:endParaRPr lang="en-US"/>
        </a:p>
      </dgm:t>
    </dgm:pt>
    <dgm:pt modelId="{33C01DE7-173A-4C75-927E-07592E8DD903}">
      <dgm:prSet phldrT="[Text]"/>
      <dgm:spPr/>
      <dgm:t>
        <a:bodyPr/>
        <a:lstStyle/>
        <a:p>
          <a:r>
            <a:rPr lang="en-US" dirty="0"/>
            <a:t>Response </a:t>
          </a:r>
        </a:p>
      </dgm:t>
    </dgm:pt>
    <dgm:pt modelId="{D938A153-ED30-4891-B232-23CEBB79AE27}" type="parTrans" cxnId="{DCC7C253-DA6C-45E8-9D04-313F7B23F44B}">
      <dgm:prSet/>
      <dgm:spPr/>
      <dgm:t>
        <a:bodyPr/>
        <a:lstStyle/>
        <a:p>
          <a:endParaRPr lang="en-US"/>
        </a:p>
      </dgm:t>
    </dgm:pt>
    <dgm:pt modelId="{48684F28-20F8-4AC3-8E2B-055D2FF1B3C3}" type="sibTrans" cxnId="{DCC7C253-DA6C-45E8-9D04-313F7B23F44B}">
      <dgm:prSet/>
      <dgm:spPr/>
      <dgm:t>
        <a:bodyPr/>
        <a:lstStyle/>
        <a:p>
          <a:endParaRPr lang="en-US"/>
        </a:p>
      </dgm:t>
    </dgm:pt>
    <dgm:pt modelId="{A2126697-FDE9-4C09-872D-BF42EC1822CB}">
      <dgm:prSet phldrT="[Text]"/>
      <dgm:spPr/>
      <dgm:t>
        <a:bodyPr/>
        <a:lstStyle/>
        <a:p>
          <a:r>
            <a:rPr lang="en-US"/>
            <a:t>Requirement</a:t>
          </a:r>
          <a:endParaRPr lang="en-US" dirty="0"/>
        </a:p>
      </dgm:t>
    </dgm:pt>
    <dgm:pt modelId="{97F3B49F-9C78-4FC0-AB22-8013A4E71B4E}" type="parTrans" cxnId="{300702B4-4DC6-4CA1-BF0A-CCD5BFE5342D}">
      <dgm:prSet/>
      <dgm:spPr/>
      <dgm:t>
        <a:bodyPr/>
        <a:lstStyle/>
        <a:p>
          <a:endParaRPr lang="en-US"/>
        </a:p>
      </dgm:t>
    </dgm:pt>
    <dgm:pt modelId="{3F7AF9DC-0FA2-4C6E-B145-6BE35CF2179C}" type="sibTrans" cxnId="{300702B4-4DC6-4CA1-BF0A-CCD5BFE5342D}">
      <dgm:prSet/>
      <dgm:spPr/>
      <dgm:t>
        <a:bodyPr/>
        <a:lstStyle/>
        <a:p>
          <a:endParaRPr lang="en-US"/>
        </a:p>
      </dgm:t>
    </dgm:pt>
    <dgm:pt modelId="{FF2F1C25-CCD2-4BAE-AEC7-43553BDCEC52}" type="pres">
      <dgm:prSet presAssocID="{C1E6BC73-D4E0-4AE9-9791-FE13E7599211}" presName="cycle" presStyleCnt="0">
        <dgm:presLayoutVars>
          <dgm:dir/>
          <dgm:resizeHandles val="exact"/>
        </dgm:presLayoutVars>
      </dgm:prSet>
      <dgm:spPr/>
    </dgm:pt>
    <dgm:pt modelId="{EC7A744A-6EB2-48F9-AE7D-4695B91E1058}" type="pres">
      <dgm:prSet presAssocID="{7389EA21-7C7A-40E9-BB91-06452A2B4F45}" presName="node" presStyleLbl="node1" presStyleIdx="0" presStyleCnt="7">
        <dgm:presLayoutVars>
          <dgm:bulletEnabled val="1"/>
        </dgm:presLayoutVars>
      </dgm:prSet>
      <dgm:spPr/>
    </dgm:pt>
    <dgm:pt modelId="{9FF82634-8E46-4B69-92E4-B7354B958CFA}" type="pres">
      <dgm:prSet presAssocID="{7389EA21-7C7A-40E9-BB91-06452A2B4F45}" presName="spNode" presStyleCnt="0"/>
      <dgm:spPr/>
    </dgm:pt>
    <dgm:pt modelId="{D0E53C81-A03E-4C58-A506-659DAD23971F}" type="pres">
      <dgm:prSet presAssocID="{B0658EB7-1652-49F0-8805-CF99A81E35B8}" presName="sibTrans" presStyleLbl="sibTrans1D1" presStyleIdx="0" presStyleCnt="7"/>
      <dgm:spPr/>
    </dgm:pt>
    <dgm:pt modelId="{460E431D-A347-4CC0-A887-3A8BBABB5C05}" type="pres">
      <dgm:prSet presAssocID="{A2126697-FDE9-4C09-872D-BF42EC1822CB}" presName="node" presStyleLbl="node1" presStyleIdx="1" presStyleCnt="7">
        <dgm:presLayoutVars>
          <dgm:bulletEnabled val="1"/>
        </dgm:presLayoutVars>
      </dgm:prSet>
      <dgm:spPr/>
    </dgm:pt>
    <dgm:pt modelId="{D27788B3-2E8E-4E16-A05A-DAE88EB72A3E}" type="pres">
      <dgm:prSet presAssocID="{A2126697-FDE9-4C09-872D-BF42EC1822CB}" presName="spNode" presStyleCnt="0"/>
      <dgm:spPr/>
    </dgm:pt>
    <dgm:pt modelId="{41F77DB1-0036-4ECF-9A3F-71C1905A6E4F}" type="pres">
      <dgm:prSet presAssocID="{3F7AF9DC-0FA2-4C6E-B145-6BE35CF2179C}" presName="sibTrans" presStyleLbl="sibTrans1D1" presStyleIdx="1" presStyleCnt="7"/>
      <dgm:spPr/>
    </dgm:pt>
    <dgm:pt modelId="{832866F4-80C5-453C-A6DB-5432EB1A423F}" type="pres">
      <dgm:prSet presAssocID="{F7C70DE4-46A8-42F1-97CB-D7DE3E0C5340}" presName="node" presStyleLbl="node1" presStyleIdx="2" presStyleCnt="7">
        <dgm:presLayoutVars>
          <dgm:bulletEnabled val="1"/>
        </dgm:presLayoutVars>
      </dgm:prSet>
      <dgm:spPr/>
    </dgm:pt>
    <dgm:pt modelId="{F1E20077-B2C9-4A3F-AFA8-31331612CA0A}" type="pres">
      <dgm:prSet presAssocID="{F7C70DE4-46A8-42F1-97CB-D7DE3E0C5340}" presName="spNode" presStyleCnt="0"/>
      <dgm:spPr/>
    </dgm:pt>
    <dgm:pt modelId="{4E8C3470-C81F-48D8-A024-8C007459AAF0}" type="pres">
      <dgm:prSet presAssocID="{4D11F2BC-18C0-4BE1-9575-FC9CB1B492EF}" presName="sibTrans" presStyleLbl="sibTrans1D1" presStyleIdx="2" presStyleCnt="7"/>
      <dgm:spPr/>
    </dgm:pt>
    <dgm:pt modelId="{8160EF89-2850-4662-A114-D86E9F3C7BA7}" type="pres">
      <dgm:prSet presAssocID="{95891445-312D-44BC-8FE5-E7A02FEABFE3}" presName="node" presStyleLbl="node1" presStyleIdx="3" presStyleCnt="7">
        <dgm:presLayoutVars>
          <dgm:bulletEnabled val="1"/>
        </dgm:presLayoutVars>
      </dgm:prSet>
      <dgm:spPr/>
    </dgm:pt>
    <dgm:pt modelId="{DFFE8BEC-0C3F-4F1F-8BF6-E9D14563B9E8}" type="pres">
      <dgm:prSet presAssocID="{95891445-312D-44BC-8FE5-E7A02FEABFE3}" presName="spNode" presStyleCnt="0"/>
      <dgm:spPr/>
    </dgm:pt>
    <dgm:pt modelId="{977126D1-E069-48B8-975D-907940DDE247}" type="pres">
      <dgm:prSet presAssocID="{33605239-566F-47FE-9C0B-51CA99342E79}" presName="sibTrans" presStyleLbl="sibTrans1D1" presStyleIdx="3" presStyleCnt="7"/>
      <dgm:spPr/>
    </dgm:pt>
    <dgm:pt modelId="{B1178105-FC93-4BC7-9EE1-9F7B7BA1A38C}" type="pres">
      <dgm:prSet presAssocID="{91B81FE8-9A9C-4441-ACBC-8881FD7EB915}" presName="node" presStyleLbl="node1" presStyleIdx="4" presStyleCnt="7">
        <dgm:presLayoutVars>
          <dgm:bulletEnabled val="1"/>
        </dgm:presLayoutVars>
      </dgm:prSet>
      <dgm:spPr/>
    </dgm:pt>
    <dgm:pt modelId="{47491068-D7A7-487B-81AD-38B5A09D2F39}" type="pres">
      <dgm:prSet presAssocID="{91B81FE8-9A9C-4441-ACBC-8881FD7EB915}" presName="spNode" presStyleCnt="0"/>
      <dgm:spPr/>
    </dgm:pt>
    <dgm:pt modelId="{D23C91E1-2B45-4846-BE84-E653507E9714}" type="pres">
      <dgm:prSet presAssocID="{13BF23A2-1FBF-4659-BA9F-E991A91BF126}" presName="sibTrans" presStyleLbl="sibTrans1D1" presStyleIdx="4" presStyleCnt="7"/>
      <dgm:spPr/>
    </dgm:pt>
    <dgm:pt modelId="{8B406071-5B1B-4AF5-8E3B-371AF948DE26}" type="pres">
      <dgm:prSet presAssocID="{201F56F1-8526-44FD-B603-EF00653F13B2}" presName="node" presStyleLbl="node1" presStyleIdx="5" presStyleCnt="7">
        <dgm:presLayoutVars>
          <dgm:bulletEnabled val="1"/>
        </dgm:presLayoutVars>
      </dgm:prSet>
      <dgm:spPr/>
    </dgm:pt>
    <dgm:pt modelId="{D46C91CE-74CC-4E1A-9B4E-D03D920CD130}" type="pres">
      <dgm:prSet presAssocID="{201F56F1-8526-44FD-B603-EF00653F13B2}" presName="spNode" presStyleCnt="0"/>
      <dgm:spPr/>
    </dgm:pt>
    <dgm:pt modelId="{0ED3EAEC-7466-441A-BA7C-CCBCBB93846E}" type="pres">
      <dgm:prSet presAssocID="{80785AF7-DD5D-4295-9252-FEE1249612BC}" presName="sibTrans" presStyleLbl="sibTrans1D1" presStyleIdx="5" presStyleCnt="7"/>
      <dgm:spPr/>
    </dgm:pt>
    <dgm:pt modelId="{00206A51-B07C-45B1-9B1D-4821D858E3CC}" type="pres">
      <dgm:prSet presAssocID="{33C01DE7-173A-4C75-927E-07592E8DD903}" presName="node" presStyleLbl="node1" presStyleIdx="6" presStyleCnt="7">
        <dgm:presLayoutVars>
          <dgm:bulletEnabled val="1"/>
        </dgm:presLayoutVars>
      </dgm:prSet>
      <dgm:spPr/>
    </dgm:pt>
    <dgm:pt modelId="{8B264BD3-724F-4606-8FC0-FD4D3C759D1D}" type="pres">
      <dgm:prSet presAssocID="{33C01DE7-173A-4C75-927E-07592E8DD903}" presName="spNode" presStyleCnt="0"/>
      <dgm:spPr/>
    </dgm:pt>
    <dgm:pt modelId="{089618B7-5F1E-404B-B88E-92377E7B1738}" type="pres">
      <dgm:prSet presAssocID="{48684F28-20F8-4AC3-8E2B-055D2FF1B3C3}" presName="sibTrans" presStyleLbl="sibTrans1D1" presStyleIdx="6" presStyleCnt="7"/>
      <dgm:spPr/>
    </dgm:pt>
  </dgm:ptLst>
  <dgm:cxnLst>
    <dgm:cxn modelId="{B41C9B01-FF86-49C6-83C3-FC948FBE6B71}" type="presOf" srcId="{4D11F2BC-18C0-4BE1-9575-FC9CB1B492EF}" destId="{4E8C3470-C81F-48D8-A024-8C007459AAF0}" srcOrd="0" destOrd="0" presId="urn:microsoft.com/office/officeart/2005/8/layout/cycle5"/>
    <dgm:cxn modelId="{04A89503-E8DD-4044-83F7-5131FD0BFFC9}" type="presOf" srcId="{80785AF7-DD5D-4295-9252-FEE1249612BC}" destId="{0ED3EAEC-7466-441A-BA7C-CCBCBB93846E}" srcOrd="0" destOrd="0" presId="urn:microsoft.com/office/officeart/2005/8/layout/cycle5"/>
    <dgm:cxn modelId="{9C31D609-4CD0-4A92-8C9E-B209C287DE5C}" srcId="{C1E6BC73-D4E0-4AE9-9791-FE13E7599211}" destId="{201F56F1-8526-44FD-B603-EF00653F13B2}" srcOrd="5" destOrd="0" parTransId="{0CED4D78-5E4E-41DE-92B6-CA8B66CC925C}" sibTransId="{80785AF7-DD5D-4295-9252-FEE1249612BC}"/>
    <dgm:cxn modelId="{DAEFF211-66F5-4975-AEAB-3B2F652DDE8C}" srcId="{C1E6BC73-D4E0-4AE9-9791-FE13E7599211}" destId="{F7C70DE4-46A8-42F1-97CB-D7DE3E0C5340}" srcOrd="2" destOrd="0" parTransId="{52F8D7E9-D221-4B1C-A215-5213EEC3D7C3}" sibTransId="{4D11F2BC-18C0-4BE1-9575-FC9CB1B492EF}"/>
    <dgm:cxn modelId="{FBB6851A-8C82-478C-BDF6-6283F00C4241}" type="presOf" srcId="{33605239-566F-47FE-9C0B-51CA99342E79}" destId="{977126D1-E069-48B8-975D-907940DDE247}" srcOrd="0" destOrd="0" presId="urn:microsoft.com/office/officeart/2005/8/layout/cycle5"/>
    <dgm:cxn modelId="{26219B1F-4F37-4532-82E8-CEE2238EF58E}" type="presOf" srcId="{A2126697-FDE9-4C09-872D-BF42EC1822CB}" destId="{460E431D-A347-4CC0-A887-3A8BBABB5C05}" srcOrd="0" destOrd="0" presId="urn:microsoft.com/office/officeart/2005/8/layout/cycle5"/>
    <dgm:cxn modelId="{49D7E127-C49B-4FCA-A10D-3A7320B677DD}" type="presOf" srcId="{F7C70DE4-46A8-42F1-97CB-D7DE3E0C5340}" destId="{832866F4-80C5-453C-A6DB-5432EB1A423F}" srcOrd="0" destOrd="0" presId="urn:microsoft.com/office/officeart/2005/8/layout/cycle5"/>
    <dgm:cxn modelId="{4F9C0533-E7F1-4FE0-A7E7-BAE93144A5B4}" srcId="{C1E6BC73-D4E0-4AE9-9791-FE13E7599211}" destId="{7389EA21-7C7A-40E9-BB91-06452A2B4F45}" srcOrd="0" destOrd="0" parTransId="{841D8C42-B9ED-42C2-8869-5BAE6A86D7B3}" sibTransId="{B0658EB7-1652-49F0-8805-CF99A81E35B8}"/>
    <dgm:cxn modelId="{1297D060-7477-47E6-9A2A-AA9C3B52EA0C}" type="presOf" srcId="{91B81FE8-9A9C-4441-ACBC-8881FD7EB915}" destId="{B1178105-FC93-4BC7-9EE1-9F7B7BA1A38C}" srcOrd="0" destOrd="0" presId="urn:microsoft.com/office/officeart/2005/8/layout/cycle5"/>
    <dgm:cxn modelId="{981B846F-3113-4BB3-9246-5703CD0258A6}" type="presOf" srcId="{48684F28-20F8-4AC3-8E2B-055D2FF1B3C3}" destId="{089618B7-5F1E-404B-B88E-92377E7B1738}" srcOrd="0" destOrd="0" presId="urn:microsoft.com/office/officeart/2005/8/layout/cycle5"/>
    <dgm:cxn modelId="{DCC7C253-DA6C-45E8-9D04-313F7B23F44B}" srcId="{C1E6BC73-D4E0-4AE9-9791-FE13E7599211}" destId="{33C01DE7-173A-4C75-927E-07592E8DD903}" srcOrd="6" destOrd="0" parTransId="{D938A153-ED30-4891-B232-23CEBB79AE27}" sibTransId="{48684F28-20F8-4AC3-8E2B-055D2FF1B3C3}"/>
    <dgm:cxn modelId="{99431474-2D4B-471F-94B5-E66DFF72CF06}" type="presOf" srcId="{33C01DE7-173A-4C75-927E-07592E8DD903}" destId="{00206A51-B07C-45B1-9B1D-4821D858E3CC}" srcOrd="0" destOrd="0" presId="urn:microsoft.com/office/officeart/2005/8/layout/cycle5"/>
    <dgm:cxn modelId="{44772785-24C0-4F11-86A6-95EF167ED841}" srcId="{C1E6BC73-D4E0-4AE9-9791-FE13E7599211}" destId="{95891445-312D-44BC-8FE5-E7A02FEABFE3}" srcOrd="3" destOrd="0" parTransId="{6E2FAC76-E9F4-4140-8D40-899F3080DE58}" sibTransId="{33605239-566F-47FE-9C0B-51CA99342E79}"/>
    <dgm:cxn modelId="{BEE3539C-4259-4C87-9A64-C0150EFA6BE6}" srcId="{C1E6BC73-D4E0-4AE9-9791-FE13E7599211}" destId="{91B81FE8-9A9C-4441-ACBC-8881FD7EB915}" srcOrd="4" destOrd="0" parTransId="{81EECAD1-182F-4E0C-B4E6-71498EC3FEF4}" sibTransId="{13BF23A2-1FBF-4659-BA9F-E991A91BF126}"/>
    <dgm:cxn modelId="{87CBC8B2-F55C-414A-A48B-FDCDEA4B5B86}" type="presOf" srcId="{B0658EB7-1652-49F0-8805-CF99A81E35B8}" destId="{D0E53C81-A03E-4C58-A506-659DAD23971F}" srcOrd="0" destOrd="0" presId="urn:microsoft.com/office/officeart/2005/8/layout/cycle5"/>
    <dgm:cxn modelId="{300702B4-4DC6-4CA1-BF0A-CCD5BFE5342D}" srcId="{C1E6BC73-D4E0-4AE9-9791-FE13E7599211}" destId="{A2126697-FDE9-4C09-872D-BF42EC1822CB}" srcOrd="1" destOrd="0" parTransId="{97F3B49F-9C78-4FC0-AB22-8013A4E71B4E}" sibTransId="{3F7AF9DC-0FA2-4C6E-B145-6BE35CF2179C}"/>
    <dgm:cxn modelId="{E3EA2DB5-059D-44E0-AF66-DC51824B1EC7}" type="presOf" srcId="{7389EA21-7C7A-40E9-BB91-06452A2B4F45}" destId="{EC7A744A-6EB2-48F9-AE7D-4695B91E1058}" srcOrd="0" destOrd="0" presId="urn:microsoft.com/office/officeart/2005/8/layout/cycle5"/>
    <dgm:cxn modelId="{07780AB9-C753-41EF-B0F3-C0322B8664E8}" type="presOf" srcId="{201F56F1-8526-44FD-B603-EF00653F13B2}" destId="{8B406071-5B1B-4AF5-8E3B-371AF948DE26}" srcOrd="0" destOrd="0" presId="urn:microsoft.com/office/officeart/2005/8/layout/cycle5"/>
    <dgm:cxn modelId="{44C2FED3-4FEF-47BF-9606-E1586FF6E57D}" type="presOf" srcId="{95891445-312D-44BC-8FE5-E7A02FEABFE3}" destId="{8160EF89-2850-4662-A114-D86E9F3C7BA7}" srcOrd="0" destOrd="0" presId="urn:microsoft.com/office/officeart/2005/8/layout/cycle5"/>
    <dgm:cxn modelId="{BDD2D0E7-F39D-4100-989D-9F7F42A49637}" type="presOf" srcId="{3F7AF9DC-0FA2-4C6E-B145-6BE35CF2179C}" destId="{41F77DB1-0036-4ECF-9A3F-71C1905A6E4F}" srcOrd="0" destOrd="0" presId="urn:microsoft.com/office/officeart/2005/8/layout/cycle5"/>
    <dgm:cxn modelId="{684A7BED-664E-4274-8F65-C8612F35FF68}" type="presOf" srcId="{C1E6BC73-D4E0-4AE9-9791-FE13E7599211}" destId="{FF2F1C25-CCD2-4BAE-AEC7-43553BDCEC52}" srcOrd="0" destOrd="0" presId="urn:microsoft.com/office/officeart/2005/8/layout/cycle5"/>
    <dgm:cxn modelId="{ADF58CFC-6138-4783-8209-E2002BE588EC}" type="presOf" srcId="{13BF23A2-1FBF-4659-BA9F-E991A91BF126}" destId="{D23C91E1-2B45-4846-BE84-E653507E9714}" srcOrd="0" destOrd="0" presId="urn:microsoft.com/office/officeart/2005/8/layout/cycle5"/>
    <dgm:cxn modelId="{979C57E9-5451-41BA-8DDF-CDEA632C6E4C}" type="presParOf" srcId="{FF2F1C25-CCD2-4BAE-AEC7-43553BDCEC52}" destId="{EC7A744A-6EB2-48F9-AE7D-4695B91E1058}" srcOrd="0" destOrd="0" presId="urn:microsoft.com/office/officeart/2005/8/layout/cycle5"/>
    <dgm:cxn modelId="{84C76AAF-ACC0-43EB-A1E4-254D4C7A3ED6}" type="presParOf" srcId="{FF2F1C25-CCD2-4BAE-AEC7-43553BDCEC52}" destId="{9FF82634-8E46-4B69-92E4-B7354B958CFA}" srcOrd="1" destOrd="0" presId="urn:microsoft.com/office/officeart/2005/8/layout/cycle5"/>
    <dgm:cxn modelId="{9D32AE65-1388-4EB6-9F52-B50C5C7696A0}" type="presParOf" srcId="{FF2F1C25-CCD2-4BAE-AEC7-43553BDCEC52}" destId="{D0E53C81-A03E-4C58-A506-659DAD23971F}" srcOrd="2" destOrd="0" presId="urn:microsoft.com/office/officeart/2005/8/layout/cycle5"/>
    <dgm:cxn modelId="{1086F07B-B764-4FBA-BE37-6E254A361B9F}" type="presParOf" srcId="{FF2F1C25-CCD2-4BAE-AEC7-43553BDCEC52}" destId="{460E431D-A347-4CC0-A887-3A8BBABB5C05}" srcOrd="3" destOrd="0" presId="urn:microsoft.com/office/officeart/2005/8/layout/cycle5"/>
    <dgm:cxn modelId="{566DC536-5E20-4E82-AD8C-558B0DBE02D1}" type="presParOf" srcId="{FF2F1C25-CCD2-4BAE-AEC7-43553BDCEC52}" destId="{D27788B3-2E8E-4E16-A05A-DAE88EB72A3E}" srcOrd="4" destOrd="0" presId="urn:microsoft.com/office/officeart/2005/8/layout/cycle5"/>
    <dgm:cxn modelId="{776A97E9-513D-4855-9509-CC9C24AD7F63}" type="presParOf" srcId="{FF2F1C25-CCD2-4BAE-AEC7-43553BDCEC52}" destId="{41F77DB1-0036-4ECF-9A3F-71C1905A6E4F}" srcOrd="5" destOrd="0" presId="urn:microsoft.com/office/officeart/2005/8/layout/cycle5"/>
    <dgm:cxn modelId="{1F4D3E16-4DBF-4B6C-B5BB-708B27772D74}" type="presParOf" srcId="{FF2F1C25-CCD2-4BAE-AEC7-43553BDCEC52}" destId="{832866F4-80C5-453C-A6DB-5432EB1A423F}" srcOrd="6" destOrd="0" presId="urn:microsoft.com/office/officeart/2005/8/layout/cycle5"/>
    <dgm:cxn modelId="{05995472-E71F-4E69-B38A-852D9C898711}" type="presParOf" srcId="{FF2F1C25-CCD2-4BAE-AEC7-43553BDCEC52}" destId="{F1E20077-B2C9-4A3F-AFA8-31331612CA0A}" srcOrd="7" destOrd="0" presId="urn:microsoft.com/office/officeart/2005/8/layout/cycle5"/>
    <dgm:cxn modelId="{3EF7573A-2BD9-457E-A914-F623B2F59221}" type="presParOf" srcId="{FF2F1C25-CCD2-4BAE-AEC7-43553BDCEC52}" destId="{4E8C3470-C81F-48D8-A024-8C007459AAF0}" srcOrd="8" destOrd="0" presId="urn:microsoft.com/office/officeart/2005/8/layout/cycle5"/>
    <dgm:cxn modelId="{4D20BE05-CEC1-4AAB-BBFA-7492C7A35675}" type="presParOf" srcId="{FF2F1C25-CCD2-4BAE-AEC7-43553BDCEC52}" destId="{8160EF89-2850-4662-A114-D86E9F3C7BA7}" srcOrd="9" destOrd="0" presId="urn:microsoft.com/office/officeart/2005/8/layout/cycle5"/>
    <dgm:cxn modelId="{421E3E01-5D3E-4694-8DAD-9E5A11A3C311}" type="presParOf" srcId="{FF2F1C25-CCD2-4BAE-AEC7-43553BDCEC52}" destId="{DFFE8BEC-0C3F-4F1F-8BF6-E9D14563B9E8}" srcOrd="10" destOrd="0" presId="urn:microsoft.com/office/officeart/2005/8/layout/cycle5"/>
    <dgm:cxn modelId="{55634D3D-31EB-4030-92D8-484F2EEB49D3}" type="presParOf" srcId="{FF2F1C25-CCD2-4BAE-AEC7-43553BDCEC52}" destId="{977126D1-E069-48B8-975D-907940DDE247}" srcOrd="11" destOrd="0" presId="urn:microsoft.com/office/officeart/2005/8/layout/cycle5"/>
    <dgm:cxn modelId="{ED502910-333C-46E9-9D24-E57DCD6DB66F}" type="presParOf" srcId="{FF2F1C25-CCD2-4BAE-AEC7-43553BDCEC52}" destId="{B1178105-FC93-4BC7-9EE1-9F7B7BA1A38C}" srcOrd="12" destOrd="0" presId="urn:microsoft.com/office/officeart/2005/8/layout/cycle5"/>
    <dgm:cxn modelId="{1B3C188B-07DE-4138-8484-2E87868BC04F}" type="presParOf" srcId="{FF2F1C25-CCD2-4BAE-AEC7-43553BDCEC52}" destId="{47491068-D7A7-487B-81AD-38B5A09D2F39}" srcOrd="13" destOrd="0" presId="urn:microsoft.com/office/officeart/2005/8/layout/cycle5"/>
    <dgm:cxn modelId="{A449C182-085A-4F29-A15D-EBE25EE51567}" type="presParOf" srcId="{FF2F1C25-CCD2-4BAE-AEC7-43553BDCEC52}" destId="{D23C91E1-2B45-4846-BE84-E653507E9714}" srcOrd="14" destOrd="0" presId="urn:microsoft.com/office/officeart/2005/8/layout/cycle5"/>
    <dgm:cxn modelId="{C53F3FB0-F34D-40BB-8A8E-287F43C6E64D}" type="presParOf" srcId="{FF2F1C25-CCD2-4BAE-AEC7-43553BDCEC52}" destId="{8B406071-5B1B-4AF5-8E3B-371AF948DE26}" srcOrd="15" destOrd="0" presId="urn:microsoft.com/office/officeart/2005/8/layout/cycle5"/>
    <dgm:cxn modelId="{78A0664F-4556-46D9-BACB-7C76818D6353}" type="presParOf" srcId="{FF2F1C25-CCD2-4BAE-AEC7-43553BDCEC52}" destId="{D46C91CE-74CC-4E1A-9B4E-D03D920CD130}" srcOrd="16" destOrd="0" presId="urn:microsoft.com/office/officeart/2005/8/layout/cycle5"/>
    <dgm:cxn modelId="{255920ED-B1EC-42B6-B1B9-ECE1E748F4F1}" type="presParOf" srcId="{FF2F1C25-CCD2-4BAE-AEC7-43553BDCEC52}" destId="{0ED3EAEC-7466-441A-BA7C-CCBCBB93846E}" srcOrd="17" destOrd="0" presId="urn:microsoft.com/office/officeart/2005/8/layout/cycle5"/>
    <dgm:cxn modelId="{3504846D-FCD4-4661-B4F3-792B0148C488}" type="presParOf" srcId="{FF2F1C25-CCD2-4BAE-AEC7-43553BDCEC52}" destId="{00206A51-B07C-45B1-9B1D-4821D858E3CC}" srcOrd="18" destOrd="0" presId="urn:microsoft.com/office/officeart/2005/8/layout/cycle5"/>
    <dgm:cxn modelId="{1875719D-0C32-46B0-867C-AD758247EB9E}" type="presParOf" srcId="{FF2F1C25-CCD2-4BAE-AEC7-43553BDCEC52}" destId="{8B264BD3-724F-4606-8FC0-FD4D3C759D1D}" srcOrd="19" destOrd="0" presId="urn:microsoft.com/office/officeart/2005/8/layout/cycle5"/>
    <dgm:cxn modelId="{3AD43DB9-06D7-4FC0-81F6-62A85F60F479}" type="presParOf" srcId="{FF2F1C25-CCD2-4BAE-AEC7-43553BDCEC52}" destId="{089618B7-5F1E-404B-B88E-92377E7B1738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E6BC73-D4E0-4AE9-9791-FE13E7599211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89EA21-7C7A-40E9-BB91-06452A2B4F45}">
      <dgm:prSet phldrT="[Text]"/>
      <dgm:spPr/>
      <dgm:t>
        <a:bodyPr/>
        <a:lstStyle/>
        <a:p>
          <a:r>
            <a:rPr lang="en-US" dirty="0"/>
            <a:t>Requirement</a:t>
          </a:r>
        </a:p>
      </dgm:t>
    </dgm:pt>
    <dgm:pt modelId="{841D8C42-B9ED-42C2-8869-5BAE6A86D7B3}" type="parTrans" cxnId="{4F9C0533-E7F1-4FE0-A7E7-BAE93144A5B4}">
      <dgm:prSet/>
      <dgm:spPr/>
      <dgm:t>
        <a:bodyPr/>
        <a:lstStyle/>
        <a:p>
          <a:endParaRPr lang="en-US"/>
        </a:p>
      </dgm:t>
    </dgm:pt>
    <dgm:pt modelId="{B0658EB7-1652-49F0-8805-CF99A81E35B8}" type="sibTrans" cxnId="{4F9C0533-E7F1-4FE0-A7E7-BAE93144A5B4}">
      <dgm:prSet/>
      <dgm:spPr/>
      <dgm:t>
        <a:bodyPr/>
        <a:lstStyle/>
        <a:p>
          <a:endParaRPr lang="en-US"/>
        </a:p>
      </dgm:t>
    </dgm:pt>
    <dgm:pt modelId="{F7C70DE4-46A8-42F1-97CB-D7DE3E0C5340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52F8D7E9-D221-4B1C-A215-5213EEC3D7C3}" type="parTrans" cxnId="{DAEFF211-66F5-4975-AEAB-3B2F652DDE8C}">
      <dgm:prSet/>
      <dgm:spPr/>
      <dgm:t>
        <a:bodyPr/>
        <a:lstStyle/>
        <a:p>
          <a:endParaRPr lang="en-US"/>
        </a:p>
      </dgm:t>
    </dgm:pt>
    <dgm:pt modelId="{4D11F2BC-18C0-4BE1-9575-FC9CB1B492EF}" type="sibTrans" cxnId="{DAEFF211-66F5-4975-AEAB-3B2F652DDE8C}">
      <dgm:prSet/>
      <dgm:spPr/>
      <dgm:t>
        <a:bodyPr/>
        <a:lstStyle/>
        <a:p>
          <a:endParaRPr lang="en-US"/>
        </a:p>
      </dgm:t>
    </dgm:pt>
    <dgm:pt modelId="{95891445-312D-44BC-8FE5-E7A02FEABFE3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6E2FAC76-E9F4-4140-8D40-899F3080DE58}" type="parTrans" cxnId="{44772785-24C0-4F11-86A6-95EF167ED841}">
      <dgm:prSet/>
      <dgm:spPr/>
      <dgm:t>
        <a:bodyPr/>
        <a:lstStyle/>
        <a:p>
          <a:endParaRPr lang="en-US"/>
        </a:p>
      </dgm:t>
    </dgm:pt>
    <dgm:pt modelId="{33605239-566F-47FE-9C0B-51CA99342E79}" type="sibTrans" cxnId="{44772785-24C0-4F11-86A6-95EF167ED841}">
      <dgm:prSet/>
      <dgm:spPr/>
      <dgm:t>
        <a:bodyPr/>
        <a:lstStyle/>
        <a:p>
          <a:endParaRPr lang="en-US"/>
        </a:p>
      </dgm:t>
    </dgm:pt>
    <dgm:pt modelId="{91B81FE8-9A9C-4441-ACBC-8881FD7EB915}">
      <dgm:prSet phldrT="[Text]"/>
      <dgm:spPr/>
      <dgm:t>
        <a:bodyPr/>
        <a:lstStyle/>
        <a:p>
          <a:r>
            <a:rPr lang="en-US" dirty="0"/>
            <a:t>Testing </a:t>
          </a:r>
        </a:p>
      </dgm:t>
    </dgm:pt>
    <dgm:pt modelId="{81EECAD1-182F-4E0C-B4E6-71498EC3FEF4}" type="parTrans" cxnId="{BEE3539C-4259-4C87-9A64-C0150EFA6BE6}">
      <dgm:prSet/>
      <dgm:spPr/>
      <dgm:t>
        <a:bodyPr/>
        <a:lstStyle/>
        <a:p>
          <a:endParaRPr lang="en-US"/>
        </a:p>
      </dgm:t>
    </dgm:pt>
    <dgm:pt modelId="{13BF23A2-1FBF-4659-BA9F-E991A91BF126}" type="sibTrans" cxnId="{BEE3539C-4259-4C87-9A64-C0150EFA6BE6}">
      <dgm:prSet/>
      <dgm:spPr/>
      <dgm:t>
        <a:bodyPr/>
        <a:lstStyle/>
        <a:p>
          <a:endParaRPr lang="en-US"/>
        </a:p>
      </dgm:t>
    </dgm:pt>
    <dgm:pt modelId="{201F56F1-8526-44FD-B603-EF00653F13B2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0CED4D78-5E4E-41DE-92B6-CA8B66CC925C}" type="parTrans" cxnId="{9C31D609-4CD0-4A92-8C9E-B209C287DE5C}">
      <dgm:prSet/>
      <dgm:spPr/>
      <dgm:t>
        <a:bodyPr/>
        <a:lstStyle/>
        <a:p>
          <a:endParaRPr lang="en-US"/>
        </a:p>
      </dgm:t>
    </dgm:pt>
    <dgm:pt modelId="{80785AF7-DD5D-4295-9252-FEE1249612BC}" type="sibTrans" cxnId="{9C31D609-4CD0-4A92-8C9E-B209C287DE5C}">
      <dgm:prSet/>
      <dgm:spPr/>
      <dgm:t>
        <a:bodyPr/>
        <a:lstStyle/>
        <a:p>
          <a:endParaRPr lang="en-US"/>
        </a:p>
      </dgm:t>
    </dgm:pt>
    <dgm:pt modelId="{33C01DE7-173A-4C75-927E-07592E8DD903}">
      <dgm:prSet phldrT="[Text]"/>
      <dgm:spPr/>
      <dgm:t>
        <a:bodyPr/>
        <a:lstStyle/>
        <a:p>
          <a:r>
            <a:rPr lang="en-US" dirty="0"/>
            <a:t>Maintenance </a:t>
          </a:r>
        </a:p>
      </dgm:t>
    </dgm:pt>
    <dgm:pt modelId="{D938A153-ED30-4891-B232-23CEBB79AE27}" type="parTrans" cxnId="{DCC7C253-DA6C-45E8-9D04-313F7B23F44B}">
      <dgm:prSet/>
      <dgm:spPr/>
      <dgm:t>
        <a:bodyPr/>
        <a:lstStyle/>
        <a:p>
          <a:endParaRPr lang="en-US"/>
        </a:p>
      </dgm:t>
    </dgm:pt>
    <dgm:pt modelId="{48684F28-20F8-4AC3-8E2B-055D2FF1B3C3}" type="sibTrans" cxnId="{DCC7C253-DA6C-45E8-9D04-313F7B23F44B}">
      <dgm:prSet/>
      <dgm:spPr/>
      <dgm:t>
        <a:bodyPr/>
        <a:lstStyle/>
        <a:p>
          <a:endParaRPr lang="en-US"/>
        </a:p>
      </dgm:t>
    </dgm:pt>
    <dgm:pt modelId="{FF2F1C25-CCD2-4BAE-AEC7-43553BDCEC52}" type="pres">
      <dgm:prSet presAssocID="{C1E6BC73-D4E0-4AE9-9791-FE13E7599211}" presName="cycle" presStyleCnt="0">
        <dgm:presLayoutVars>
          <dgm:dir/>
          <dgm:resizeHandles val="exact"/>
        </dgm:presLayoutVars>
      </dgm:prSet>
      <dgm:spPr/>
    </dgm:pt>
    <dgm:pt modelId="{EC7A744A-6EB2-48F9-AE7D-4695B91E1058}" type="pres">
      <dgm:prSet presAssocID="{7389EA21-7C7A-40E9-BB91-06452A2B4F45}" presName="node" presStyleLbl="node1" presStyleIdx="0" presStyleCnt="6">
        <dgm:presLayoutVars>
          <dgm:bulletEnabled val="1"/>
        </dgm:presLayoutVars>
      </dgm:prSet>
      <dgm:spPr/>
    </dgm:pt>
    <dgm:pt modelId="{9FF82634-8E46-4B69-92E4-B7354B958CFA}" type="pres">
      <dgm:prSet presAssocID="{7389EA21-7C7A-40E9-BB91-06452A2B4F45}" presName="spNode" presStyleCnt="0"/>
      <dgm:spPr/>
    </dgm:pt>
    <dgm:pt modelId="{D0E53C81-A03E-4C58-A506-659DAD23971F}" type="pres">
      <dgm:prSet presAssocID="{B0658EB7-1652-49F0-8805-CF99A81E35B8}" presName="sibTrans" presStyleLbl="sibTrans1D1" presStyleIdx="0" presStyleCnt="6"/>
      <dgm:spPr/>
    </dgm:pt>
    <dgm:pt modelId="{832866F4-80C5-453C-A6DB-5432EB1A423F}" type="pres">
      <dgm:prSet presAssocID="{F7C70DE4-46A8-42F1-97CB-D7DE3E0C5340}" presName="node" presStyleLbl="node1" presStyleIdx="1" presStyleCnt="6">
        <dgm:presLayoutVars>
          <dgm:bulletEnabled val="1"/>
        </dgm:presLayoutVars>
      </dgm:prSet>
      <dgm:spPr/>
    </dgm:pt>
    <dgm:pt modelId="{F1E20077-B2C9-4A3F-AFA8-31331612CA0A}" type="pres">
      <dgm:prSet presAssocID="{F7C70DE4-46A8-42F1-97CB-D7DE3E0C5340}" presName="spNode" presStyleCnt="0"/>
      <dgm:spPr/>
    </dgm:pt>
    <dgm:pt modelId="{4E8C3470-C81F-48D8-A024-8C007459AAF0}" type="pres">
      <dgm:prSet presAssocID="{4D11F2BC-18C0-4BE1-9575-FC9CB1B492EF}" presName="sibTrans" presStyleLbl="sibTrans1D1" presStyleIdx="1" presStyleCnt="6"/>
      <dgm:spPr/>
    </dgm:pt>
    <dgm:pt modelId="{8160EF89-2850-4662-A114-D86E9F3C7BA7}" type="pres">
      <dgm:prSet presAssocID="{95891445-312D-44BC-8FE5-E7A02FEABFE3}" presName="node" presStyleLbl="node1" presStyleIdx="2" presStyleCnt="6">
        <dgm:presLayoutVars>
          <dgm:bulletEnabled val="1"/>
        </dgm:presLayoutVars>
      </dgm:prSet>
      <dgm:spPr/>
    </dgm:pt>
    <dgm:pt modelId="{DFFE8BEC-0C3F-4F1F-8BF6-E9D14563B9E8}" type="pres">
      <dgm:prSet presAssocID="{95891445-312D-44BC-8FE5-E7A02FEABFE3}" presName="spNode" presStyleCnt="0"/>
      <dgm:spPr/>
    </dgm:pt>
    <dgm:pt modelId="{977126D1-E069-48B8-975D-907940DDE247}" type="pres">
      <dgm:prSet presAssocID="{33605239-566F-47FE-9C0B-51CA99342E79}" presName="sibTrans" presStyleLbl="sibTrans1D1" presStyleIdx="2" presStyleCnt="6"/>
      <dgm:spPr/>
    </dgm:pt>
    <dgm:pt modelId="{B1178105-FC93-4BC7-9EE1-9F7B7BA1A38C}" type="pres">
      <dgm:prSet presAssocID="{91B81FE8-9A9C-4441-ACBC-8881FD7EB915}" presName="node" presStyleLbl="node1" presStyleIdx="3" presStyleCnt="6">
        <dgm:presLayoutVars>
          <dgm:bulletEnabled val="1"/>
        </dgm:presLayoutVars>
      </dgm:prSet>
      <dgm:spPr/>
    </dgm:pt>
    <dgm:pt modelId="{47491068-D7A7-487B-81AD-38B5A09D2F39}" type="pres">
      <dgm:prSet presAssocID="{91B81FE8-9A9C-4441-ACBC-8881FD7EB915}" presName="spNode" presStyleCnt="0"/>
      <dgm:spPr/>
    </dgm:pt>
    <dgm:pt modelId="{D23C91E1-2B45-4846-BE84-E653507E9714}" type="pres">
      <dgm:prSet presAssocID="{13BF23A2-1FBF-4659-BA9F-E991A91BF126}" presName="sibTrans" presStyleLbl="sibTrans1D1" presStyleIdx="3" presStyleCnt="6"/>
      <dgm:spPr/>
    </dgm:pt>
    <dgm:pt modelId="{8B406071-5B1B-4AF5-8E3B-371AF948DE26}" type="pres">
      <dgm:prSet presAssocID="{201F56F1-8526-44FD-B603-EF00653F13B2}" presName="node" presStyleLbl="node1" presStyleIdx="4" presStyleCnt="6">
        <dgm:presLayoutVars>
          <dgm:bulletEnabled val="1"/>
        </dgm:presLayoutVars>
      </dgm:prSet>
      <dgm:spPr/>
    </dgm:pt>
    <dgm:pt modelId="{D46C91CE-74CC-4E1A-9B4E-D03D920CD130}" type="pres">
      <dgm:prSet presAssocID="{201F56F1-8526-44FD-B603-EF00653F13B2}" presName="spNode" presStyleCnt="0"/>
      <dgm:spPr/>
    </dgm:pt>
    <dgm:pt modelId="{0ED3EAEC-7466-441A-BA7C-CCBCBB93846E}" type="pres">
      <dgm:prSet presAssocID="{80785AF7-DD5D-4295-9252-FEE1249612BC}" presName="sibTrans" presStyleLbl="sibTrans1D1" presStyleIdx="4" presStyleCnt="6"/>
      <dgm:spPr/>
    </dgm:pt>
    <dgm:pt modelId="{00206A51-B07C-45B1-9B1D-4821D858E3CC}" type="pres">
      <dgm:prSet presAssocID="{33C01DE7-173A-4C75-927E-07592E8DD903}" presName="node" presStyleLbl="node1" presStyleIdx="5" presStyleCnt="6">
        <dgm:presLayoutVars>
          <dgm:bulletEnabled val="1"/>
        </dgm:presLayoutVars>
      </dgm:prSet>
      <dgm:spPr/>
    </dgm:pt>
    <dgm:pt modelId="{8B264BD3-724F-4606-8FC0-FD4D3C759D1D}" type="pres">
      <dgm:prSet presAssocID="{33C01DE7-173A-4C75-927E-07592E8DD903}" presName="spNode" presStyleCnt="0"/>
      <dgm:spPr/>
    </dgm:pt>
    <dgm:pt modelId="{089618B7-5F1E-404B-B88E-92377E7B1738}" type="pres">
      <dgm:prSet presAssocID="{48684F28-20F8-4AC3-8E2B-055D2FF1B3C3}" presName="sibTrans" presStyleLbl="sibTrans1D1" presStyleIdx="5" presStyleCnt="6"/>
      <dgm:spPr/>
    </dgm:pt>
  </dgm:ptLst>
  <dgm:cxnLst>
    <dgm:cxn modelId="{B41C9B01-FF86-49C6-83C3-FC948FBE6B71}" type="presOf" srcId="{4D11F2BC-18C0-4BE1-9575-FC9CB1B492EF}" destId="{4E8C3470-C81F-48D8-A024-8C007459AAF0}" srcOrd="0" destOrd="0" presId="urn:microsoft.com/office/officeart/2005/8/layout/cycle5"/>
    <dgm:cxn modelId="{04A89503-E8DD-4044-83F7-5131FD0BFFC9}" type="presOf" srcId="{80785AF7-DD5D-4295-9252-FEE1249612BC}" destId="{0ED3EAEC-7466-441A-BA7C-CCBCBB93846E}" srcOrd="0" destOrd="0" presId="urn:microsoft.com/office/officeart/2005/8/layout/cycle5"/>
    <dgm:cxn modelId="{9C31D609-4CD0-4A92-8C9E-B209C287DE5C}" srcId="{C1E6BC73-D4E0-4AE9-9791-FE13E7599211}" destId="{201F56F1-8526-44FD-B603-EF00653F13B2}" srcOrd="4" destOrd="0" parTransId="{0CED4D78-5E4E-41DE-92B6-CA8B66CC925C}" sibTransId="{80785AF7-DD5D-4295-9252-FEE1249612BC}"/>
    <dgm:cxn modelId="{DAEFF211-66F5-4975-AEAB-3B2F652DDE8C}" srcId="{C1E6BC73-D4E0-4AE9-9791-FE13E7599211}" destId="{F7C70DE4-46A8-42F1-97CB-D7DE3E0C5340}" srcOrd="1" destOrd="0" parTransId="{52F8D7E9-D221-4B1C-A215-5213EEC3D7C3}" sibTransId="{4D11F2BC-18C0-4BE1-9575-FC9CB1B492EF}"/>
    <dgm:cxn modelId="{FBB6851A-8C82-478C-BDF6-6283F00C4241}" type="presOf" srcId="{33605239-566F-47FE-9C0B-51CA99342E79}" destId="{977126D1-E069-48B8-975D-907940DDE247}" srcOrd="0" destOrd="0" presId="urn:microsoft.com/office/officeart/2005/8/layout/cycle5"/>
    <dgm:cxn modelId="{49D7E127-C49B-4FCA-A10D-3A7320B677DD}" type="presOf" srcId="{F7C70DE4-46A8-42F1-97CB-D7DE3E0C5340}" destId="{832866F4-80C5-453C-A6DB-5432EB1A423F}" srcOrd="0" destOrd="0" presId="urn:microsoft.com/office/officeart/2005/8/layout/cycle5"/>
    <dgm:cxn modelId="{4F9C0533-E7F1-4FE0-A7E7-BAE93144A5B4}" srcId="{C1E6BC73-D4E0-4AE9-9791-FE13E7599211}" destId="{7389EA21-7C7A-40E9-BB91-06452A2B4F45}" srcOrd="0" destOrd="0" parTransId="{841D8C42-B9ED-42C2-8869-5BAE6A86D7B3}" sibTransId="{B0658EB7-1652-49F0-8805-CF99A81E35B8}"/>
    <dgm:cxn modelId="{1297D060-7477-47E6-9A2A-AA9C3B52EA0C}" type="presOf" srcId="{91B81FE8-9A9C-4441-ACBC-8881FD7EB915}" destId="{B1178105-FC93-4BC7-9EE1-9F7B7BA1A38C}" srcOrd="0" destOrd="0" presId="urn:microsoft.com/office/officeart/2005/8/layout/cycle5"/>
    <dgm:cxn modelId="{981B846F-3113-4BB3-9246-5703CD0258A6}" type="presOf" srcId="{48684F28-20F8-4AC3-8E2B-055D2FF1B3C3}" destId="{089618B7-5F1E-404B-B88E-92377E7B1738}" srcOrd="0" destOrd="0" presId="urn:microsoft.com/office/officeart/2005/8/layout/cycle5"/>
    <dgm:cxn modelId="{DCC7C253-DA6C-45E8-9D04-313F7B23F44B}" srcId="{C1E6BC73-D4E0-4AE9-9791-FE13E7599211}" destId="{33C01DE7-173A-4C75-927E-07592E8DD903}" srcOrd="5" destOrd="0" parTransId="{D938A153-ED30-4891-B232-23CEBB79AE27}" sibTransId="{48684F28-20F8-4AC3-8E2B-055D2FF1B3C3}"/>
    <dgm:cxn modelId="{99431474-2D4B-471F-94B5-E66DFF72CF06}" type="presOf" srcId="{33C01DE7-173A-4C75-927E-07592E8DD903}" destId="{00206A51-B07C-45B1-9B1D-4821D858E3CC}" srcOrd="0" destOrd="0" presId="urn:microsoft.com/office/officeart/2005/8/layout/cycle5"/>
    <dgm:cxn modelId="{44772785-24C0-4F11-86A6-95EF167ED841}" srcId="{C1E6BC73-D4E0-4AE9-9791-FE13E7599211}" destId="{95891445-312D-44BC-8FE5-E7A02FEABFE3}" srcOrd="2" destOrd="0" parTransId="{6E2FAC76-E9F4-4140-8D40-899F3080DE58}" sibTransId="{33605239-566F-47FE-9C0B-51CA99342E79}"/>
    <dgm:cxn modelId="{BEE3539C-4259-4C87-9A64-C0150EFA6BE6}" srcId="{C1E6BC73-D4E0-4AE9-9791-FE13E7599211}" destId="{91B81FE8-9A9C-4441-ACBC-8881FD7EB915}" srcOrd="3" destOrd="0" parTransId="{81EECAD1-182F-4E0C-B4E6-71498EC3FEF4}" sibTransId="{13BF23A2-1FBF-4659-BA9F-E991A91BF126}"/>
    <dgm:cxn modelId="{87CBC8B2-F55C-414A-A48B-FDCDEA4B5B86}" type="presOf" srcId="{B0658EB7-1652-49F0-8805-CF99A81E35B8}" destId="{D0E53C81-A03E-4C58-A506-659DAD23971F}" srcOrd="0" destOrd="0" presId="urn:microsoft.com/office/officeart/2005/8/layout/cycle5"/>
    <dgm:cxn modelId="{E3EA2DB5-059D-44E0-AF66-DC51824B1EC7}" type="presOf" srcId="{7389EA21-7C7A-40E9-BB91-06452A2B4F45}" destId="{EC7A744A-6EB2-48F9-AE7D-4695B91E1058}" srcOrd="0" destOrd="0" presId="urn:microsoft.com/office/officeart/2005/8/layout/cycle5"/>
    <dgm:cxn modelId="{07780AB9-C753-41EF-B0F3-C0322B8664E8}" type="presOf" srcId="{201F56F1-8526-44FD-B603-EF00653F13B2}" destId="{8B406071-5B1B-4AF5-8E3B-371AF948DE26}" srcOrd="0" destOrd="0" presId="urn:microsoft.com/office/officeart/2005/8/layout/cycle5"/>
    <dgm:cxn modelId="{44C2FED3-4FEF-47BF-9606-E1586FF6E57D}" type="presOf" srcId="{95891445-312D-44BC-8FE5-E7A02FEABFE3}" destId="{8160EF89-2850-4662-A114-D86E9F3C7BA7}" srcOrd="0" destOrd="0" presId="urn:microsoft.com/office/officeart/2005/8/layout/cycle5"/>
    <dgm:cxn modelId="{684A7BED-664E-4274-8F65-C8612F35FF68}" type="presOf" srcId="{C1E6BC73-D4E0-4AE9-9791-FE13E7599211}" destId="{FF2F1C25-CCD2-4BAE-AEC7-43553BDCEC52}" srcOrd="0" destOrd="0" presId="urn:microsoft.com/office/officeart/2005/8/layout/cycle5"/>
    <dgm:cxn modelId="{ADF58CFC-6138-4783-8209-E2002BE588EC}" type="presOf" srcId="{13BF23A2-1FBF-4659-BA9F-E991A91BF126}" destId="{D23C91E1-2B45-4846-BE84-E653507E9714}" srcOrd="0" destOrd="0" presId="urn:microsoft.com/office/officeart/2005/8/layout/cycle5"/>
    <dgm:cxn modelId="{979C57E9-5451-41BA-8DDF-CDEA632C6E4C}" type="presParOf" srcId="{FF2F1C25-CCD2-4BAE-AEC7-43553BDCEC52}" destId="{EC7A744A-6EB2-48F9-AE7D-4695B91E1058}" srcOrd="0" destOrd="0" presId="urn:microsoft.com/office/officeart/2005/8/layout/cycle5"/>
    <dgm:cxn modelId="{84C76AAF-ACC0-43EB-A1E4-254D4C7A3ED6}" type="presParOf" srcId="{FF2F1C25-CCD2-4BAE-AEC7-43553BDCEC52}" destId="{9FF82634-8E46-4B69-92E4-B7354B958CFA}" srcOrd="1" destOrd="0" presId="urn:microsoft.com/office/officeart/2005/8/layout/cycle5"/>
    <dgm:cxn modelId="{9D32AE65-1388-4EB6-9F52-B50C5C7696A0}" type="presParOf" srcId="{FF2F1C25-CCD2-4BAE-AEC7-43553BDCEC52}" destId="{D0E53C81-A03E-4C58-A506-659DAD23971F}" srcOrd="2" destOrd="0" presId="urn:microsoft.com/office/officeart/2005/8/layout/cycle5"/>
    <dgm:cxn modelId="{1F4D3E16-4DBF-4B6C-B5BB-708B27772D74}" type="presParOf" srcId="{FF2F1C25-CCD2-4BAE-AEC7-43553BDCEC52}" destId="{832866F4-80C5-453C-A6DB-5432EB1A423F}" srcOrd="3" destOrd="0" presId="urn:microsoft.com/office/officeart/2005/8/layout/cycle5"/>
    <dgm:cxn modelId="{05995472-E71F-4E69-B38A-852D9C898711}" type="presParOf" srcId="{FF2F1C25-CCD2-4BAE-AEC7-43553BDCEC52}" destId="{F1E20077-B2C9-4A3F-AFA8-31331612CA0A}" srcOrd="4" destOrd="0" presId="urn:microsoft.com/office/officeart/2005/8/layout/cycle5"/>
    <dgm:cxn modelId="{3EF7573A-2BD9-457E-A914-F623B2F59221}" type="presParOf" srcId="{FF2F1C25-CCD2-4BAE-AEC7-43553BDCEC52}" destId="{4E8C3470-C81F-48D8-A024-8C007459AAF0}" srcOrd="5" destOrd="0" presId="urn:microsoft.com/office/officeart/2005/8/layout/cycle5"/>
    <dgm:cxn modelId="{4D20BE05-CEC1-4AAB-BBFA-7492C7A35675}" type="presParOf" srcId="{FF2F1C25-CCD2-4BAE-AEC7-43553BDCEC52}" destId="{8160EF89-2850-4662-A114-D86E9F3C7BA7}" srcOrd="6" destOrd="0" presId="urn:microsoft.com/office/officeart/2005/8/layout/cycle5"/>
    <dgm:cxn modelId="{421E3E01-5D3E-4694-8DAD-9E5A11A3C311}" type="presParOf" srcId="{FF2F1C25-CCD2-4BAE-AEC7-43553BDCEC52}" destId="{DFFE8BEC-0C3F-4F1F-8BF6-E9D14563B9E8}" srcOrd="7" destOrd="0" presId="urn:microsoft.com/office/officeart/2005/8/layout/cycle5"/>
    <dgm:cxn modelId="{55634D3D-31EB-4030-92D8-484F2EEB49D3}" type="presParOf" srcId="{FF2F1C25-CCD2-4BAE-AEC7-43553BDCEC52}" destId="{977126D1-E069-48B8-975D-907940DDE247}" srcOrd="8" destOrd="0" presId="urn:microsoft.com/office/officeart/2005/8/layout/cycle5"/>
    <dgm:cxn modelId="{ED502910-333C-46E9-9D24-E57DCD6DB66F}" type="presParOf" srcId="{FF2F1C25-CCD2-4BAE-AEC7-43553BDCEC52}" destId="{B1178105-FC93-4BC7-9EE1-9F7B7BA1A38C}" srcOrd="9" destOrd="0" presId="urn:microsoft.com/office/officeart/2005/8/layout/cycle5"/>
    <dgm:cxn modelId="{1B3C188B-07DE-4138-8484-2E87868BC04F}" type="presParOf" srcId="{FF2F1C25-CCD2-4BAE-AEC7-43553BDCEC52}" destId="{47491068-D7A7-487B-81AD-38B5A09D2F39}" srcOrd="10" destOrd="0" presId="urn:microsoft.com/office/officeart/2005/8/layout/cycle5"/>
    <dgm:cxn modelId="{A449C182-085A-4F29-A15D-EBE25EE51567}" type="presParOf" srcId="{FF2F1C25-CCD2-4BAE-AEC7-43553BDCEC52}" destId="{D23C91E1-2B45-4846-BE84-E653507E9714}" srcOrd="11" destOrd="0" presId="urn:microsoft.com/office/officeart/2005/8/layout/cycle5"/>
    <dgm:cxn modelId="{C53F3FB0-F34D-40BB-8A8E-287F43C6E64D}" type="presParOf" srcId="{FF2F1C25-CCD2-4BAE-AEC7-43553BDCEC52}" destId="{8B406071-5B1B-4AF5-8E3B-371AF948DE26}" srcOrd="12" destOrd="0" presId="urn:microsoft.com/office/officeart/2005/8/layout/cycle5"/>
    <dgm:cxn modelId="{78A0664F-4556-46D9-BACB-7C76818D6353}" type="presParOf" srcId="{FF2F1C25-CCD2-4BAE-AEC7-43553BDCEC52}" destId="{D46C91CE-74CC-4E1A-9B4E-D03D920CD130}" srcOrd="13" destOrd="0" presId="urn:microsoft.com/office/officeart/2005/8/layout/cycle5"/>
    <dgm:cxn modelId="{255920ED-B1EC-42B6-B1B9-ECE1E748F4F1}" type="presParOf" srcId="{FF2F1C25-CCD2-4BAE-AEC7-43553BDCEC52}" destId="{0ED3EAEC-7466-441A-BA7C-CCBCBB93846E}" srcOrd="14" destOrd="0" presId="urn:microsoft.com/office/officeart/2005/8/layout/cycle5"/>
    <dgm:cxn modelId="{3504846D-FCD4-4661-B4F3-792B0148C488}" type="presParOf" srcId="{FF2F1C25-CCD2-4BAE-AEC7-43553BDCEC52}" destId="{00206A51-B07C-45B1-9B1D-4821D858E3CC}" srcOrd="15" destOrd="0" presId="urn:microsoft.com/office/officeart/2005/8/layout/cycle5"/>
    <dgm:cxn modelId="{1875719D-0C32-46B0-867C-AD758247EB9E}" type="presParOf" srcId="{FF2F1C25-CCD2-4BAE-AEC7-43553BDCEC52}" destId="{8B264BD3-724F-4606-8FC0-FD4D3C759D1D}" srcOrd="16" destOrd="0" presId="urn:microsoft.com/office/officeart/2005/8/layout/cycle5"/>
    <dgm:cxn modelId="{3AD43DB9-06D7-4FC0-81F6-62A85F60F479}" type="presParOf" srcId="{FF2F1C25-CCD2-4BAE-AEC7-43553BDCEC52}" destId="{089618B7-5F1E-404B-B88E-92377E7B1738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E6BC73-D4E0-4AE9-9791-FE13E7599211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389EA21-7C7A-40E9-BB91-06452A2B4F45}">
      <dgm:prSet phldrT="[Text]"/>
      <dgm:spPr/>
      <dgm:t>
        <a:bodyPr/>
        <a:lstStyle/>
        <a:p>
          <a:r>
            <a:rPr lang="en-US" dirty="0"/>
            <a:t>Training</a:t>
          </a:r>
        </a:p>
      </dgm:t>
    </dgm:pt>
    <dgm:pt modelId="{841D8C42-B9ED-42C2-8869-5BAE6A86D7B3}" type="parTrans" cxnId="{4F9C0533-E7F1-4FE0-A7E7-BAE93144A5B4}">
      <dgm:prSet/>
      <dgm:spPr/>
      <dgm:t>
        <a:bodyPr/>
        <a:lstStyle/>
        <a:p>
          <a:endParaRPr lang="en-US"/>
        </a:p>
      </dgm:t>
    </dgm:pt>
    <dgm:pt modelId="{B0658EB7-1652-49F0-8805-CF99A81E35B8}" type="sibTrans" cxnId="{4F9C0533-E7F1-4FE0-A7E7-BAE93144A5B4}">
      <dgm:prSet/>
      <dgm:spPr/>
      <dgm:t>
        <a:bodyPr/>
        <a:lstStyle/>
        <a:p>
          <a:endParaRPr lang="en-US"/>
        </a:p>
      </dgm:t>
    </dgm:pt>
    <dgm:pt modelId="{F7C70DE4-46A8-42F1-97CB-D7DE3E0C5340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52F8D7E9-D221-4B1C-A215-5213EEC3D7C3}" type="parTrans" cxnId="{DAEFF211-66F5-4975-AEAB-3B2F652DDE8C}">
      <dgm:prSet/>
      <dgm:spPr/>
      <dgm:t>
        <a:bodyPr/>
        <a:lstStyle/>
        <a:p>
          <a:endParaRPr lang="en-US"/>
        </a:p>
      </dgm:t>
    </dgm:pt>
    <dgm:pt modelId="{4D11F2BC-18C0-4BE1-9575-FC9CB1B492EF}" type="sibTrans" cxnId="{DAEFF211-66F5-4975-AEAB-3B2F652DDE8C}">
      <dgm:prSet/>
      <dgm:spPr/>
      <dgm:t>
        <a:bodyPr/>
        <a:lstStyle/>
        <a:p>
          <a:endParaRPr lang="en-US"/>
        </a:p>
      </dgm:t>
    </dgm:pt>
    <dgm:pt modelId="{95891445-312D-44BC-8FE5-E7A02FEABFE3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6E2FAC76-E9F4-4140-8D40-899F3080DE58}" type="parTrans" cxnId="{44772785-24C0-4F11-86A6-95EF167ED841}">
      <dgm:prSet/>
      <dgm:spPr/>
      <dgm:t>
        <a:bodyPr/>
        <a:lstStyle/>
        <a:p>
          <a:endParaRPr lang="en-US"/>
        </a:p>
      </dgm:t>
    </dgm:pt>
    <dgm:pt modelId="{33605239-566F-47FE-9C0B-51CA99342E79}" type="sibTrans" cxnId="{44772785-24C0-4F11-86A6-95EF167ED841}">
      <dgm:prSet/>
      <dgm:spPr/>
      <dgm:t>
        <a:bodyPr/>
        <a:lstStyle/>
        <a:p>
          <a:endParaRPr lang="en-US"/>
        </a:p>
      </dgm:t>
    </dgm:pt>
    <dgm:pt modelId="{91B81FE8-9A9C-4441-ACBC-8881FD7EB915}">
      <dgm:prSet phldrT="[Text]"/>
      <dgm:spPr/>
      <dgm:t>
        <a:bodyPr/>
        <a:lstStyle/>
        <a:p>
          <a:r>
            <a:rPr lang="en-US" dirty="0"/>
            <a:t>Verification</a:t>
          </a:r>
        </a:p>
      </dgm:t>
    </dgm:pt>
    <dgm:pt modelId="{81EECAD1-182F-4E0C-B4E6-71498EC3FEF4}" type="parTrans" cxnId="{BEE3539C-4259-4C87-9A64-C0150EFA6BE6}">
      <dgm:prSet/>
      <dgm:spPr/>
      <dgm:t>
        <a:bodyPr/>
        <a:lstStyle/>
        <a:p>
          <a:endParaRPr lang="en-US"/>
        </a:p>
      </dgm:t>
    </dgm:pt>
    <dgm:pt modelId="{13BF23A2-1FBF-4659-BA9F-E991A91BF126}" type="sibTrans" cxnId="{BEE3539C-4259-4C87-9A64-C0150EFA6BE6}">
      <dgm:prSet/>
      <dgm:spPr/>
      <dgm:t>
        <a:bodyPr/>
        <a:lstStyle/>
        <a:p>
          <a:endParaRPr lang="en-US"/>
        </a:p>
      </dgm:t>
    </dgm:pt>
    <dgm:pt modelId="{201F56F1-8526-44FD-B603-EF00653F13B2}">
      <dgm:prSet phldrT="[Text]"/>
      <dgm:spPr/>
      <dgm:t>
        <a:bodyPr/>
        <a:lstStyle/>
        <a:p>
          <a:r>
            <a:rPr lang="en-US" dirty="0"/>
            <a:t>Release</a:t>
          </a:r>
        </a:p>
      </dgm:t>
    </dgm:pt>
    <dgm:pt modelId="{0CED4D78-5E4E-41DE-92B6-CA8B66CC925C}" type="parTrans" cxnId="{9C31D609-4CD0-4A92-8C9E-B209C287DE5C}">
      <dgm:prSet/>
      <dgm:spPr/>
      <dgm:t>
        <a:bodyPr/>
        <a:lstStyle/>
        <a:p>
          <a:endParaRPr lang="en-US"/>
        </a:p>
      </dgm:t>
    </dgm:pt>
    <dgm:pt modelId="{80785AF7-DD5D-4295-9252-FEE1249612BC}" type="sibTrans" cxnId="{9C31D609-4CD0-4A92-8C9E-B209C287DE5C}">
      <dgm:prSet/>
      <dgm:spPr/>
      <dgm:t>
        <a:bodyPr/>
        <a:lstStyle/>
        <a:p>
          <a:endParaRPr lang="en-US"/>
        </a:p>
      </dgm:t>
    </dgm:pt>
    <dgm:pt modelId="{33C01DE7-173A-4C75-927E-07592E8DD903}">
      <dgm:prSet phldrT="[Text]"/>
      <dgm:spPr/>
      <dgm:t>
        <a:bodyPr/>
        <a:lstStyle/>
        <a:p>
          <a:r>
            <a:rPr lang="en-US" dirty="0"/>
            <a:t>Response </a:t>
          </a:r>
        </a:p>
      </dgm:t>
    </dgm:pt>
    <dgm:pt modelId="{D938A153-ED30-4891-B232-23CEBB79AE27}" type="parTrans" cxnId="{DCC7C253-DA6C-45E8-9D04-313F7B23F44B}">
      <dgm:prSet/>
      <dgm:spPr/>
      <dgm:t>
        <a:bodyPr/>
        <a:lstStyle/>
        <a:p>
          <a:endParaRPr lang="en-US"/>
        </a:p>
      </dgm:t>
    </dgm:pt>
    <dgm:pt modelId="{48684F28-20F8-4AC3-8E2B-055D2FF1B3C3}" type="sibTrans" cxnId="{DCC7C253-DA6C-45E8-9D04-313F7B23F44B}">
      <dgm:prSet/>
      <dgm:spPr/>
      <dgm:t>
        <a:bodyPr/>
        <a:lstStyle/>
        <a:p>
          <a:endParaRPr lang="en-US"/>
        </a:p>
      </dgm:t>
    </dgm:pt>
    <dgm:pt modelId="{A2126697-FDE9-4C09-872D-BF42EC1822CB}">
      <dgm:prSet phldrT="[Text]"/>
      <dgm:spPr/>
      <dgm:t>
        <a:bodyPr/>
        <a:lstStyle/>
        <a:p>
          <a:r>
            <a:rPr lang="en-US"/>
            <a:t>Requirement</a:t>
          </a:r>
          <a:endParaRPr lang="en-US" dirty="0"/>
        </a:p>
      </dgm:t>
    </dgm:pt>
    <dgm:pt modelId="{97F3B49F-9C78-4FC0-AB22-8013A4E71B4E}" type="parTrans" cxnId="{300702B4-4DC6-4CA1-BF0A-CCD5BFE5342D}">
      <dgm:prSet/>
      <dgm:spPr/>
      <dgm:t>
        <a:bodyPr/>
        <a:lstStyle/>
        <a:p>
          <a:endParaRPr lang="en-US"/>
        </a:p>
      </dgm:t>
    </dgm:pt>
    <dgm:pt modelId="{3F7AF9DC-0FA2-4C6E-B145-6BE35CF2179C}" type="sibTrans" cxnId="{300702B4-4DC6-4CA1-BF0A-CCD5BFE5342D}">
      <dgm:prSet/>
      <dgm:spPr/>
      <dgm:t>
        <a:bodyPr/>
        <a:lstStyle/>
        <a:p>
          <a:endParaRPr lang="en-US"/>
        </a:p>
      </dgm:t>
    </dgm:pt>
    <dgm:pt modelId="{FF2F1C25-CCD2-4BAE-AEC7-43553BDCEC52}" type="pres">
      <dgm:prSet presAssocID="{C1E6BC73-D4E0-4AE9-9791-FE13E7599211}" presName="cycle" presStyleCnt="0">
        <dgm:presLayoutVars>
          <dgm:dir/>
          <dgm:resizeHandles val="exact"/>
        </dgm:presLayoutVars>
      </dgm:prSet>
      <dgm:spPr/>
    </dgm:pt>
    <dgm:pt modelId="{EC7A744A-6EB2-48F9-AE7D-4695B91E1058}" type="pres">
      <dgm:prSet presAssocID="{7389EA21-7C7A-40E9-BB91-06452A2B4F45}" presName="node" presStyleLbl="node1" presStyleIdx="0" presStyleCnt="7">
        <dgm:presLayoutVars>
          <dgm:bulletEnabled val="1"/>
        </dgm:presLayoutVars>
      </dgm:prSet>
      <dgm:spPr/>
    </dgm:pt>
    <dgm:pt modelId="{9FF82634-8E46-4B69-92E4-B7354B958CFA}" type="pres">
      <dgm:prSet presAssocID="{7389EA21-7C7A-40E9-BB91-06452A2B4F45}" presName="spNode" presStyleCnt="0"/>
      <dgm:spPr/>
    </dgm:pt>
    <dgm:pt modelId="{D0E53C81-A03E-4C58-A506-659DAD23971F}" type="pres">
      <dgm:prSet presAssocID="{B0658EB7-1652-49F0-8805-CF99A81E35B8}" presName="sibTrans" presStyleLbl="sibTrans1D1" presStyleIdx="0" presStyleCnt="7"/>
      <dgm:spPr/>
    </dgm:pt>
    <dgm:pt modelId="{460E431D-A347-4CC0-A887-3A8BBABB5C05}" type="pres">
      <dgm:prSet presAssocID="{A2126697-FDE9-4C09-872D-BF42EC1822CB}" presName="node" presStyleLbl="node1" presStyleIdx="1" presStyleCnt="7">
        <dgm:presLayoutVars>
          <dgm:bulletEnabled val="1"/>
        </dgm:presLayoutVars>
      </dgm:prSet>
      <dgm:spPr/>
    </dgm:pt>
    <dgm:pt modelId="{D27788B3-2E8E-4E16-A05A-DAE88EB72A3E}" type="pres">
      <dgm:prSet presAssocID="{A2126697-FDE9-4C09-872D-BF42EC1822CB}" presName="spNode" presStyleCnt="0"/>
      <dgm:spPr/>
    </dgm:pt>
    <dgm:pt modelId="{41F77DB1-0036-4ECF-9A3F-71C1905A6E4F}" type="pres">
      <dgm:prSet presAssocID="{3F7AF9DC-0FA2-4C6E-B145-6BE35CF2179C}" presName="sibTrans" presStyleLbl="sibTrans1D1" presStyleIdx="1" presStyleCnt="7"/>
      <dgm:spPr/>
    </dgm:pt>
    <dgm:pt modelId="{832866F4-80C5-453C-A6DB-5432EB1A423F}" type="pres">
      <dgm:prSet presAssocID="{F7C70DE4-46A8-42F1-97CB-D7DE3E0C5340}" presName="node" presStyleLbl="node1" presStyleIdx="2" presStyleCnt="7">
        <dgm:presLayoutVars>
          <dgm:bulletEnabled val="1"/>
        </dgm:presLayoutVars>
      </dgm:prSet>
      <dgm:spPr/>
    </dgm:pt>
    <dgm:pt modelId="{F1E20077-B2C9-4A3F-AFA8-31331612CA0A}" type="pres">
      <dgm:prSet presAssocID="{F7C70DE4-46A8-42F1-97CB-D7DE3E0C5340}" presName="spNode" presStyleCnt="0"/>
      <dgm:spPr/>
    </dgm:pt>
    <dgm:pt modelId="{4E8C3470-C81F-48D8-A024-8C007459AAF0}" type="pres">
      <dgm:prSet presAssocID="{4D11F2BC-18C0-4BE1-9575-FC9CB1B492EF}" presName="sibTrans" presStyleLbl="sibTrans1D1" presStyleIdx="2" presStyleCnt="7"/>
      <dgm:spPr/>
    </dgm:pt>
    <dgm:pt modelId="{8160EF89-2850-4662-A114-D86E9F3C7BA7}" type="pres">
      <dgm:prSet presAssocID="{95891445-312D-44BC-8FE5-E7A02FEABFE3}" presName="node" presStyleLbl="node1" presStyleIdx="3" presStyleCnt="7">
        <dgm:presLayoutVars>
          <dgm:bulletEnabled val="1"/>
        </dgm:presLayoutVars>
      </dgm:prSet>
      <dgm:spPr/>
    </dgm:pt>
    <dgm:pt modelId="{DFFE8BEC-0C3F-4F1F-8BF6-E9D14563B9E8}" type="pres">
      <dgm:prSet presAssocID="{95891445-312D-44BC-8FE5-E7A02FEABFE3}" presName="spNode" presStyleCnt="0"/>
      <dgm:spPr/>
    </dgm:pt>
    <dgm:pt modelId="{977126D1-E069-48B8-975D-907940DDE247}" type="pres">
      <dgm:prSet presAssocID="{33605239-566F-47FE-9C0B-51CA99342E79}" presName="sibTrans" presStyleLbl="sibTrans1D1" presStyleIdx="3" presStyleCnt="7"/>
      <dgm:spPr/>
    </dgm:pt>
    <dgm:pt modelId="{B1178105-FC93-4BC7-9EE1-9F7B7BA1A38C}" type="pres">
      <dgm:prSet presAssocID="{91B81FE8-9A9C-4441-ACBC-8881FD7EB915}" presName="node" presStyleLbl="node1" presStyleIdx="4" presStyleCnt="7">
        <dgm:presLayoutVars>
          <dgm:bulletEnabled val="1"/>
        </dgm:presLayoutVars>
      </dgm:prSet>
      <dgm:spPr/>
    </dgm:pt>
    <dgm:pt modelId="{47491068-D7A7-487B-81AD-38B5A09D2F39}" type="pres">
      <dgm:prSet presAssocID="{91B81FE8-9A9C-4441-ACBC-8881FD7EB915}" presName="spNode" presStyleCnt="0"/>
      <dgm:spPr/>
    </dgm:pt>
    <dgm:pt modelId="{D23C91E1-2B45-4846-BE84-E653507E9714}" type="pres">
      <dgm:prSet presAssocID="{13BF23A2-1FBF-4659-BA9F-E991A91BF126}" presName="sibTrans" presStyleLbl="sibTrans1D1" presStyleIdx="4" presStyleCnt="7"/>
      <dgm:spPr/>
    </dgm:pt>
    <dgm:pt modelId="{8B406071-5B1B-4AF5-8E3B-371AF948DE26}" type="pres">
      <dgm:prSet presAssocID="{201F56F1-8526-44FD-B603-EF00653F13B2}" presName="node" presStyleLbl="node1" presStyleIdx="5" presStyleCnt="7">
        <dgm:presLayoutVars>
          <dgm:bulletEnabled val="1"/>
        </dgm:presLayoutVars>
      </dgm:prSet>
      <dgm:spPr/>
    </dgm:pt>
    <dgm:pt modelId="{D46C91CE-74CC-4E1A-9B4E-D03D920CD130}" type="pres">
      <dgm:prSet presAssocID="{201F56F1-8526-44FD-B603-EF00653F13B2}" presName="spNode" presStyleCnt="0"/>
      <dgm:spPr/>
    </dgm:pt>
    <dgm:pt modelId="{0ED3EAEC-7466-441A-BA7C-CCBCBB93846E}" type="pres">
      <dgm:prSet presAssocID="{80785AF7-DD5D-4295-9252-FEE1249612BC}" presName="sibTrans" presStyleLbl="sibTrans1D1" presStyleIdx="5" presStyleCnt="7"/>
      <dgm:spPr/>
    </dgm:pt>
    <dgm:pt modelId="{00206A51-B07C-45B1-9B1D-4821D858E3CC}" type="pres">
      <dgm:prSet presAssocID="{33C01DE7-173A-4C75-927E-07592E8DD903}" presName="node" presStyleLbl="node1" presStyleIdx="6" presStyleCnt="7">
        <dgm:presLayoutVars>
          <dgm:bulletEnabled val="1"/>
        </dgm:presLayoutVars>
      </dgm:prSet>
      <dgm:spPr/>
    </dgm:pt>
    <dgm:pt modelId="{8B264BD3-724F-4606-8FC0-FD4D3C759D1D}" type="pres">
      <dgm:prSet presAssocID="{33C01DE7-173A-4C75-927E-07592E8DD903}" presName="spNode" presStyleCnt="0"/>
      <dgm:spPr/>
    </dgm:pt>
    <dgm:pt modelId="{089618B7-5F1E-404B-B88E-92377E7B1738}" type="pres">
      <dgm:prSet presAssocID="{48684F28-20F8-4AC3-8E2B-055D2FF1B3C3}" presName="sibTrans" presStyleLbl="sibTrans1D1" presStyleIdx="6" presStyleCnt="7"/>
      <dgm:spPr/>
    </dgm:pt>
  </dgm:ptLst>
  <dgm:cxnLst>
    <dgm:cxn modelId="{B41C9B01-FF86-49C6-83C3-FC948FBE6B71}" type="presOf" srcId="{4D11F2BC-18C0-4BE1-9575-FC9CB1B492EF}" destId="{4E8C3470-C81F-48D8-A024-8C007459AAF0}" srcOrd="0" destOrd="0" presId="urn:microsoft.com/office/officeart/2005/8/layout/cycle5"/>
    <dgm:cxn modelId="{04A89503-E8DD-4044-83F7-5131FD0BFFC9}" type="presOf" srcId="{80785AF7-DD5D-4295-9252-FEE1249612BC}" destId="{0ED3EAEC-7466-441A-BA7C-CCBCBB93846E}" srcOrd="0" destOrd="0" presId="urn:microsoft.com/office/officeart/2005/8/layout/cycle5"/>
    <dgm:cxn modelId="{9C31D609-4CD0-4A92-8C9E-B209C287DE5C}" srcId="{C1E6BC73-D4E0-4AE9-9791-FE13E7599211}" destId="{201F56F1-8526-44FD-B603-EF00653F13B2}" srcOrd="5" destOrd="0" parTransId="{0CED4D78-5E4E-41DE-92B6-CA8B66CC925C}" sibTransId="{80785AF7-DD5D-4295-9252-FEE1249612BC}"/>
    <dgm:cxn modelId="{DAEFF211-66F5-4975-AEAB-3B2F652DDE8C}" srcId="{C1E6BC73-D4E0-4AE9-9791-FE13E7599211}" destId="{F7C70DE4-46A8-42F1-97CB-D7DE3E0C5340}" srcOrd="2" destOrd="0" parTransId="{52F8D7E9-D221-4B1C-A215-5213EEC3D7C3}" sibTransId="{4D11F2BC-18C0-4BE1-9575-FC9CB1B492EF}"/>
    <dgm:cxn modelId="{FBB6851A-8C82-478C-BDF6-6283F00C4241}" type="presOf" srcId="{33605239-566F-47FE-9C0B-51CA99342E79}" destId="{977126D1-E069-48B8-975D-907940DDE247}" srcOrd="0" destOrd="0" presId="urn:microsoft.com/office/officeart/2005/8/layout/cycle5"/>
    <dgm:cxn modelId="{26219B1F-4F37-4532-82E8-CEE2238EF58E}" type="presOf" srcId="{A2126697-FDE9-4C09-872D-BF42EC1822CB}" destId="{460E431D-A347-4CC0-A887-3A8BBABB5C05}" srcOrd="0" destOrd="0" presId="urn:microsoft.com/office/officeart/2005/8/layout/cycle5"/>
    <dgm:cxn modelId="{49D7E127-C49B-4FCA-A10D-3A7320B677DD}" type="presOf" srcId="{F7C70DE4-46A8-42F1-97CB-D7DE3E0C5340}" destId="{832866F4-80C5-453C-A6DB-5432EB1A423F}" srcOrd="0" destOrd="0" presId="urn:microsoft.com/office/officeart/2005/8/layout/cycle5"/>
    <dgm:cxn modelId="{4F9C0533-E7F1-4FE0-A7E7-BAE93144A5B4}" srcId="{C1E6BC73-D4E0-4AE9-9791-FE13E7599211}" destId="{7389EA21-7C7A-40E9-BB91-06452A2B4F45}" srcOrd="0" destOrd="0" parTransId="{841D8C42-B9ED-42C2-8869-5BAE6A86D7B3}" sibTransId="{B0658EB7-1652-49F0-8805-CF99A81E35B8}"/>
    <dgm:cxn modelId="{1297D060-7477-47E6-9A2A-AA9C3B52EA0C}" type="presOf" srcId="{91B81FE8-9A9C-4441-ACBC-8881FD7EB915}" destId="{B1178105-FC93-4BC7-9EE1-9F7B7BA1A38C}" srcOrd="0" destOrd="0" presId="urn:microsoft.com/office/officeart/2005/8/layout/cycle5"/>
    <dgm:cxn modelId="{981B846F-3113-4BB3-9246-5703CD0258A6}" type="presOf" srcId="{48684F28-20F8-4AC3-8E2B-055D2FF1B3C3}" destId="{089618B7-5F1E-404B-B88E-92377E7B1738}" srcOrd="0" destOrd="0" presId="urn:microsoft.com/office/officeart/2005/8/layout/cycle5"/>
    <dgm:cxn modelId="{DCC7C253-DA6C-45E8-9D04-313F7B23F44B}" srcId="{C1E6BC73-D4E0-4AE9-9791-FE13E7599211}" destId="{33C01DE7-173A-4C75-927E-07592E8DD903}" srcOrd="6" destOrd="0" parTransId="{D938A153-ED30-4891-B232-23CEBB79AE27}" sibTransId="{48684F28-20F8-4AC3-8E2B-055D2FF1B3C3}"/>
    <dgm:cxn modelId="{99431474-2D4B-471F-94B5-E66DFF72CF06}" type="presOf" srcId="{33C01DE7-173A-4C75-927E-07592E8DD903}" destId="{00206A51-B07C-45B1-9B1D-4821D858E3CC}" srcOrd="0" destOrd="0" presId="urn:microsoft.com/office/officeart/2005/8/layout/cycle5"/>
    <dgm:cxn modelId="{44772785-24C0-4F11-86A6-95EF167ED841}" srcId="{C1E6BC73-D4E0-4AE9-9791-FE13E7599211}" destId="{95891445-312D-44BC-8FE5-E7A02FEABFE3}" srcOrd="3" destOrd="0" parTransId="{6E2FAC76-E9F4-4140-8D40-899F3080DE58}" sibTransId="{33605239-566F-47FE-9C0B-51CA99342E79}"/>
    <dgm:cxn modelId="{BEE3539C-4259-4C87-9A64-C0150EFA6BE6}" srcId="{C1E6BC73-D4E0-4AE9-9791-FE13E7599211}" destId="{91B81FE8-9A9C-4441-ACBC-8881FD7EB915}" srcOrd="4" destOrd="0" parTransId="{81EECAD1-182F-4E0C-B4E6-71498EC3FEF4}" sibTransId="{13BF23A2-1FBF-4659-BA9F-E991A91BF126}"/>
    <dgm:cxn modelId="{87CBC8B2-F55C-414A-A48B-FDCDEA4B5B86}" type="presOf" srcId="{B0658EB7-1652-49F0-8805-CF99A81E35B8}" destId="{D0E53C81-A03E-4C58-A506-659DAD23971F}" srcOrd="0" destOrd="0" presId="urn:microsoft.com/office/officeart/2005/8/layout/cycle5"/>
    <dgm:cxn modelId="{300702B4-4DC6-4CA1-BF0A-CCD5BFE5342D}" srcId="{C1E6BC73-D4E0-4AE9-9791-FE13E7599211}" destId="{A2126697-FDE9-4C09-872D-BF42EC1822CB}" srcOrd="1" destOrd="0" parTransId="{97F3B49F-9C78-4FC0-AB22-8013A4E71B4E}" sibTransId="{3F7AF9DC-0FA2-4C6E-B145-6BE35CF2179C}"/>
    <dgm:cxn modelId="{E3EA2DB5-059D-44E0-AF66-DC51824B1EC7}" type="presOf" srcId="{7389EA21-7C7A-40E9-BB91-06452A2B4F45}" destId="{EC7A744A-6EB2-48F9-AE7D-4695B91E1058}" srcOrd="0" destOrd="0" presId="urn:microsoft.com/office/officeart/2005/8/layout/cycle5"/>
    <dgm:cxn modelId="{07780AB9-C753-41EF-B0F3-C0322B8664E8}" type="presOf" srcId="{201F56F1-8526-44FD-B603-EF00653F13B2}" destId="{8B406071-5B1B-4AF5-8E3B-371AF948DE26}" srcOrd="0" destOrd="0" presId="urn:microsoft.com/office/officeart/2005/8/layout/cycle5"/>
    <dgm:cxn modelId="{44C2FED3-4FEF-47BF-9606-E1586FF6E57D}" type="presOf" srcId="{95891445-312D-44BC-8FE5-E7A02FEABFE3}" destId="{8160EF89-2850-4662-A114-D86E9F3C7BA7}" srcOrd="0" destOrd="0" presId="urn:microsoft.com/office/officeart/2005/8/layout/cycle5"/>
    <dgm:cxn modelId="{BDD2D0E7-F39D-4100-989D-9F7F42A49637}" type="presOf" srcId="{3F7AF9DC-0FA2-4C6E-B145-6BE35CF2179C}" destId="{41F77DB1-0036-4ECF-9A3F-71C1905A6E4F}" srcOrd="0" destOrd="0" presId="urn:microsoft.com/office/officeart/2005/8/layout/cycle5"/>
    <dgm:cxn modelId="{684A7BED-664E-4274-8F65-C8612F35FF68}" type="presOf" srcId="{C1E6BC73-D4E0-4AE9-9791-FE13E7599211}" destId="{FF2F1C25-CCD2-4BAE-AEC7-43553BDCEC52}" srcOrd="0" destOrd="0" presId="urn:microsoft.com/office/officeart/2005/8/layout/cycle5"/>
    <dgm:cxn modelId="{ADF58CFC-6138-4783-8209-E2002BE588EC}" type="presOf" srcId="{13BF23A2-1FBF-4659-BA9F-E991A91BF126}" destId="{D23C91E1-2B45-4846-BE84-E653507E9714}" srcOrd="0" destOrd="0" presId="urn:microsoft.com/office/officeart/2005/8/layout/cycle5"/>
    <dgm:cxn modelId="{979C57E9-5451-41BA-8DDF-CDEA632C6E4C}" type="presParOf" srcId="{FF2F1C25-CCD2-4BAE-AEC7-43553BDCEC52}" destId="{EC7A744A-6EB2-48F9-AE7D-4695B91E1058}" srcOrd="0" destOrd="0" presId="urn:microsoft.com/office/officeart/2005/8/layout/cycle5"/>
    <dgm:cxn modelId="{84C76AAF-ACC0-43EB-A1E4-254D4C7A3ED6}" type="presParOf" srcId="{FF2F1C25-CCD2-4BAE-AEC7-43553BDCEC52}" destId="{9FF82634-8E46-4B69-92E4-B7354B958CFA}" srcOrd="1" destOrd="0" presId="urn:microsoft.com/office/officeart/2005/8/layout/cycle5"/>
    <dgm:cxn modelId="{9D32AE65-1388-4EB6-9F52-B50C5C7696A0}" type="presParOf" srcId="{FF2F1C25-CCD2-4BAE-AEC7-43553BDCEC52}" destId="{D0E53C81-A03E-4C58-A506-659DAD23971F}" srcOrd="2" destOrd="0" presId="urn:microsoft.com/office/officeart/2005/8/layout/cycle5"/>
    <dgm:cxn modelId="{1086F07B-B764-4FBA-BE37-6E254A361B9F}" type="presParOf" srcId="{FF2F1C25-CCD2-4BAE-AEC7-43553BDCEC52}" destId="{460E431D-A347-4CC0-A887-3A8BBABB5C05}" srcOrd="3" destOrd="0" presId="urn:microsoft.com/office/officeart/2005/8/layout/cycle5"/>
    <dgm:cxn modelId="{566DC536-5E20-4E82-AD8C-558B0DBE02D1}" type="presParOf" srcId="{FF2F1C25-CCD2-4BAE-AEC7-43553BDCEC52}" destId="{D27788B3-2E8E-4E16-A05A-DAE88EB72A3E}" srcOrd="4" destOrd="0" presId="urn:microsoft.com/office/officeart/2005/8/layout/cycle5"/>
    <dgm:cxn modelId="{776A97E9-513D-4855-9509-CC9C24AD7F63}" type="presParOf" srcId="{FF2F1C25-CCD2-4BAE-AEC7-43553BDCEC52}" destId="{41F77DB1-0036-4ECF-9A3F-71C1905A6E4F}" srcOrd="5" destOrd="0" presId="urn:microsoft.com/office/officeart/2005/8/layout/cycle5"/>
    <dgm:cxn modelId="{1F4D3E16-4DBF-4B6C-B5BB-708B27772D74}" type="presParOf" srcId="{FF2F1C25-CCD2-4BAE-AEC7-43553BDCEC52}" destId="{832866F4-80C5-453C-A6DB-5432EB1A423F}" srcOrd="6" destOrd="0" presId="urn:microsoft.com/office/officeart/2005/8/layout/cycle5"/>
    <dgm:cxn modelId="{05995472-E71F-4E69-B38A-852D9C898711}" type="presParOf" srcId="{FF2F1C25-CCD2-4BAE-AEC7-43553BDCEC52}" destId="{F1E20077-B2C9-4A3F-AFA8-31331612CA0A}" srcOrd="7" destOrd="0" presId="urn:microsoft.com/office/officeart/2005/8/layout/cycle5"/>
    <dgm:cxn modelId="{3EF7573A-2BD9-457E-A914-F623B2F59221}" type="presParOf" srcId="{FF2F1C25-CCD2-4BAE-AEC7-43553BDCEC52}" destId="{4E8C3470-C81F-48D8-A024-8C007459AAF0}" srcOrd="8" destOrd="0" presId="urn:microsoft.com/office/officeart/2005/8/layout/cycle5"/>
    <dgm:cxn modelId="{4D20BE05-CEC1-4AAB-BBFA-7492C7A35675}" type="presParOf" srcId="{FF2F1C25-CCD2-4BAE-AEC7-43553BDCEC52}" destId="{8160EF89-2850-4662-A114-D86E9F3C7BA7}" srcOrd="9" destOrd="0" presId="urn:microsoft.com/office/officeart/2005/8/layout/cycle5"/>
    <dgm:cxn modelId="{421E3E01-5D3E-4694-8DAD-9E5A11A3C311}" type="presParOf" srcId="{FF2F1C25-CCD2-4BAE-AEC7-43553BDCEC52}" destId="{DFFE8BEC-0C3F-4F1F-8BF6-E9D14563B9E8}" srcOrd="10" destOrd="0" presId="urn:microsoft.com/office/officeart/2005/8/layout/cycle5"/>
    <dgm:cxn modelId="{55634D3D-31EB-4030-92D8-484F2EEB49D3}" type="presParOf" srcId="{FF2F1C25-CCD2-4BAE-AEC7-43553BDCEC52}" destId="{977126D1-E069-48B8-975D-907940DDE247}" srcOrd="11" destOrd="0" presId="urn:microsoft.com/office/officeart/2005/8/layout/cycle5"/>
    <dgm:cxn modelId="{ED502910-333C-46E9-9D24-E57DCD6DB66F}" type="presParOf" srcId="{FF2F1C25-CCD2-4BAE-AEC7-43553BDCEC52}" destId="{B1178105-FC93-4BC7-9EE1-9F7B7BA1A38C}" srcOrd="12" destOrd="0" presId="urn:microsoft.com/office/officeart/2005/8/layout/cycle5"/>
    <dgm:cxn modelId="{1B3C188B-07DE-4138-8484-2E87868BC04F}" type="presParOf" srcId="{FF2F1C25-CCD2-4BAE-AEC7-43553BDCEC52}" destId="{47491068-D7A7-487B-81AD-38B5A09D2F39}" srcOrd="13" destOrd="0" presId="urn:microsoft.com/office/officeart/2005/8/layout/cycle5"/>
    <dgm:cxn modelId="{A449C182-085A-4F29-A15D-EBE25EE51567}" type="presParOf" srcId="{FF2F1C25-CCD2-4BAE-AEC7-43553BDCEC52}" destId="{D23C91E1-2B45-4846-BE84-E653507E9714}" srcOrd="14" destOrd="0" presId="urn:microsoft.com/office/officeart/2005/8/layout/cycle5"/>
    <dgm:cxn modelId="{C53F3FB0-F34D-40BB-8A8E-287F43C6E64D}" type="presParOf" srcId="{FF2F1C25-CCD2-4BAE-AEC7-43553BDCEC52}" destId="{8B406071-5B1B-4AF5-8E3B-371AF948DE26}" srcOrd="15" destOrd="0" presId="urn:microsoft.com/office/officeart/2005/8/layout/cycle5"/>
    <dgm:cxn modelId="{78A0664F-4556-46D9-BACB-7C76818D6353}" type="presParOf" srcId="{FF2F1C25-CCD2-4BAE-AEC7-43553BDCEC52}" destId="{D46C91CE-74CC-4E1A-9B4E-D03D920CD130}" srcOrd="16" destOrd="0" presId="urn:microsoft.com/office/officeart/2005/8/layout/cycle5"/>
    <dgm:cxn modelId="{255920ED-B1EC-42B6-B1B9-ECE1E748F4F1}" type="presParOf" srcId="{FF2F1C25-CCD2-4BAE-AEC7-43553BDCEC52}" destId="{0ED3EAEC-7466-441A-BA7C-CCBCBB93846E}" srcOrd="17" destOrd="0" presId="urn:microsoft.com/office/officeart/2005/8/layout/cycle5"/>
    <dgm:cxn modelId="{3504846D-FCD4-4661-B4F3-792B0148C488}" type="presParOf" srcId="{FF2F1C25-CCD2-4BAE-AEC7-43553BDCEC52}" destId="{00206A51-B07C-45B1-9B1D-4821D858E3CC}" srcOrd="18" destOrd="0" presId="urn:microsoft.com/office/officeart/2005/8/layout/cycle5"/>
    <dgm:cxn modelId="{1875719D-0C32-46B0-867C-AD758247EB9E}" type="presParOf" srcId="{FF2F1C25-CCD2-4BAE-AEC7-43553BDCEC52}" destId="{8B264BD3-724F-4606-8FC0-FD4D3C759D1D}" srcOrd="19" destOrd="0" presId="urn:microsoft.com/office/officeart/2005/8/layout/cycle5"/>
    <dgm:cxn modelId="{3AD43DB9-06D7-4FC0-81F6-62A85F60F479}" type="presParOf" srcId="{FF2F1C25-CCD2-4BAE-AEC7-43553BDCEC52}" destId="{089618B7-5F1E-404B-B88E-92377E7B1738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3B0C89-9DCD-4F43-A873-955CF4422B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24ABC18-ED44-4CAC-A7ED-545F3689FFCE}">
      <dgm:prSet phldrT="[Text]"/>
      <dgm:spPr/>
      <dgm:t>
        <a:bodyPr/>
        <a:lstStyle/>
        <a:p>
          <a:r>
            <a:rPr lang="en-US" dirty="0"/>
            <a:t>Attack types</a:t>
          </a:r>
        </a:p>
      </dgm:t>
    </dgm:pt>
    <dgm:pt modelId="{C9D510B4-A275-48A6-B473-12CAF3026506}" type="parTrans" cxnId="{3660AAC7-7088-46CE-877B-7DFC5B2088C8}">
      <dgm:prSet/>
      <dgm:spPr/>
      <dgm:t>
        <a:bodyPr/>
        <a:lstStyle/>
        <a:p>
          <a:endParaRPr lang="en-US"/>
        </a:p>
      </dgm:t>
    </dgm:pt>
    <dgm:pt modelId="{4ED83DA7-926F-4638-828F-629A11D95219}" type="sibTrans" cxnId="{3660AAC7-7088-46CE-877B-7DFC5B2088C8}">
      <dgm:prSet/>
      <dgm:spPr/>
      <dgm:t>
        <a:bodyPr/>
        <a:lstStyle/>
        <a:p>
          <a:endParaRPr lang="en-US"/>
        </a:p>
      </dgm:t>
    </dgm:pt>
    <dgm:pt modelId="{A66658F8-EC4D-4BC0-A3ED-C1533C1CA51A}">
      <dgm:prSet phldrT="[Text]"/>
      <dgm:spPr/>
      <dgm:t>
        <a:bodyPr/>
        <a:lstStyle/>
        <a:p>
          <a:r>
            <a:rPr lang="en-US" dirty="0"/>
            <a:t>Social engineering attacks</a:t>
          </a:r>
        </a:p>
      </dgm:t>
    </dgm:pt>
    <dgm:pt modelId="{21146282-6535-4DC3-88CF-E71FE034FB25}" type="parTrans" cxnId="{0648826A-9BCC-45B0-B2F2-0FF5ED9DC02C}">
      <dgm:prSet/>
      <dgm:spPr/>
      <dgm:t>
        <a:bodyPr/>
        <a:lstStyle/>
        <a:p>
          <a:endParaRPr lang="en-US"/>
        </a:p>
      </dgm:t>
    </dgm:pt>
    <dgm:pt modelId="{BC614D0A-2FB8-4275-8486-9469886592BB}" type="sibTrans" cxnId="{0648826A-9BCC-45B0-B2F2-0FF5ED9DC02C}">
      <dgm:prSet/>
      <dgm:spPr/>
      <dgm:t>
        <a:bodyPr/>
        <a:lstStyle/>
        <a:p>
          <a:endParaRPr lang="en-US"/>
        </a:p>
      </dgm:t>
    </dgm:pt>
    <dgm:pt modelId="{35AA79E9-DDDA-4F9A-8D05-234391CA6591}">
      <dgm:prSet phldrT="[Text]"/>
      <dgm:spPr/>
      <dgm:t>
        <a:bodyPr/>
        <a:lstStyle/>
        <a:p>
          <a:r>
            <a:rPr lang="en-US" altLang="en-US" dirty="0"/>
            <a:t>Attacks against the application’s software</a:t>
          </a:r>
          <a:endParaRPr lang="en-US" dirty="0"/>
        </a:p>
      </dgm:t>
    </dgm:pt>
    <dgm:pt modelId="{1BB0A10D-4D99-44E6-AB24-8B4B80A12417}" type="parTrans" cxnId="{8107F870-48DB-4DDD-81D7-0E1F515D7ED0}">
      <dgm:prSet/>
      <dgm:spPr/>
      <dgm:t>
        <a:bodyPr/>
        <a:lstStyle/>
        <a:p>
          <a:endParaRPr lang="en-US"/>
        </a:p>
      </dgm:t>
    </dgm:pt>
    <dgm:pt modelId="{1F4A4DD8-6840-40E8-BB88-8777F85BAFEF}" type="sibTrans" cxnId="{8107F870-48DB-4DDD-81D7-0E1F515D7ED0}">
      <dgm:prSet/>
      <dgm:spPr/>
      <dgm:t>
        <a:bodyPr/>
        <a:lstStyle/>
        <a:p>
          <a:endParaRPr lang="en-US"/>
        </a:p>
      </dgm:t>
    </dgm:pt>
    <dgm:pt modelId="{441AF631-E741-4715-B5E2-3F63359F4907}">
      <dgm:prSet phldrT="[Text]"/>
      <dgm:spPr/>
      <dgm:t>
        <a:bodyPr/>
        <a:lstStyle/>
        <a:p>
          <a:r>
            <a:rPr lang="en-US" altLang="en-US" dirty="0"/>
            <a:t>Attacks against the supporting infrastructure</a:t>
          </a:r>
          <a:endParaRPr lang="en-US" dirty="0"/>
        </a:p>
      </dgm:t>
    </dgm:pt>
    <dgm:pt modelId="{B81B7F59-520D-420F-9B1D-D3ED627904CF}" type="parTrans" cxnId="{30137E59-38CD-4802-A6FA-A65A9964B73B}">
      <dgm:prSet/>
      <dgm:spPr/>
      <dgm:t>
        <a:bodyPr/>
        <a:lstStyle/>
        <a:p>
          <a:endParaRPr lang="en-US"/>
        </a:p>
      </dgm:t>
    </dgm:pt>
    <dgm:pt modelId="{7222EED2-DFB4-486E-803C-1E7522CADA07}" type="sibTrans" cxnId="{30137E59-38CD-4802-A6FA-A65A9964B73B}">
      <dgm:prSet/>
      <dgm:spPr/>
      <dgm:t>
        <a:bodyPr/>
        <a:lstStyle/>
        <a:p>
          <a:endParaRPr lang="en-US"/>
        </a:p>
      </dgm:t>
    </dgm:pt>
    <dgm:pt modelId="{7F141666-14DF-4E1E-AF67-222E1567DCC5}">
      <dgm:prSet/>
      <dgm:spPr/>
      <dgm:t>
        <a:bodyPr/>
        <a:lstStyle/>
        <a:p>
          <a:r>
            <a:rPr lang="en-US" altLang="en-US" dirty="0"/>
            <a:t>Physical attacks</a:t>
          </a:r>
        </a:p>
      </dgm:t>
    </dgm:pt>
    <dgm:pt modelId="{F2518138-D8C4-4B26-8A75-999678BDF6A6}" type="parTrans" cxnId="{EB567348-77A8-4D84-98E0-9FE7793265DB}">
      <dgm:prSet/>
      <dgm:spPr/>
      <dgm:t>
        <a:bodyPr/>
        <a:lstStyle/>
        <a:p>
          <a:endParaRPr lang="en-US"/>
        </a:p>
      </dgm:t>
    </dgm:pt>
    <dgm:pt modelId="{36D2C472-B847-40CA-A39D-1A4CCBC4050D}" type="sibTrans" cxnId="{EB567348-77A8-4D84-98E0-9FE7793265DB}">
      <dgm:prSet/>
      <dgm:spPr/>
      <dgm:t>
        <a:bodyPr/>
        <a:lstStyle/>
        <a:p>
          <a:endParaRPr lang="en-US"/>
        </a:p>
      </dgm:t>
    </dgm:pt>
    <dgm:pt modelId="{561490D4-C568-4809-B15D-5DE941B3142E}" type="pres">
      <dgm:prSet presAssocID="{7B3B0C89-9DCD-4F43-A873-955CF4422B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18B4-9539-48D5-870E-94468D4AEEED}" type="pres">
      <dgm:prSet presAssocID="{B24ABC18-ED44-4CAC-A7ED-545F3689FFCE}" presName="hierRoot1" presStyleCnt="0"/>
      <dgm:spPr/>
    </dgm:pt>
    <dgm:pt modelId="{D7BDCFC7-E231-43BF-8B5A-46738A4E10C5}" type="pres">
      <dgm:prSet presAssocID="{B24ABC18-ED44-4CAC-A7ED-545F3689FFCE}" presName="composite" presStyleCnt="0"/>
      <dgm:spPr/>
    </dgm:pt>
    <dgm:pt modelId="{05DDD42B-D258-4D01-98A9-710AD9174C66}" type="pres">
      <dgm:prSet presAssocID="{B24ABC18-ED44-4CAC-A7ED-545F3689FFCE}" presName="background" presStyleLbl="node0" presStyleIdx="0" presStyleCnt="1"/>
      <dgm:spPr/>
    </dgm:pt>
    <dgm:pt modelId="{519E2000-1BBB-43A8-886A-1EE76EABEEC6}" type="pres">
      <dgm:prSet presAssocID="{B24ABC18-ED44-4CAC-A7ED-545F3689FFCE}" presName="text" presStyleLbl="fgAcc0" presStyleIdx="0" presStyleCnt="1">
        <dgm:presLayoutVars>
          <dgm:chPref val="3"/>
        </dgm:presLayoutVars>
      </dgm:prSet>
      <dgm:spPr/>
    </dgm:pt>
    <dgm:pt modelId="{B9DFAEB5-3A10-48CE-B050-484D07A386F3}" type="pres">
      <dgm:prSet presAssocID="{B24ABC18-ED44-4CAC-A7ED-545F3689FFCE}" presName="hierChild2" presStyleCnt="0"/>
      <dgm:spPr/>
    </dgm:pt>
    <dgm:pt modelId="{6A442F23-0971-40DB-8C1E-B4BB7C40785E}" type="pres">
      <dgm:prSet presAssocID="{21146282-6535-4DC3-88CF-E71FE034FB25}" presName="Name10" presStyleLbl="parChTrans1D2" presStyleIdx="0" presStyleCnt="4"/>
      <dgm:spPr/>
    </dgm:pt>
    <dgm:pt modelId="{F7F2EA14-E1E8-44B8-A29B-EBA936535BB0}" type="pres">
      <dgm:prSet presAssocID="{A66658F8-EC4D-4BC0-A3ED-C1533C1CA51A}" presName="hierRoot2" presStyleCnt="0"/>
      <dgm:spPr/>
    </dgm:pt>
    <dgm:pt modelId="{222B2C98-D8C6-4AC0-A843-35CBC5B1ADC7}" type="pres">
      <dgm:prSet presAssocID="{A66658F8-EC4D-4BC0-A3ED-C1533C1CA51A}" presName="composite2" presStyleCnt="0"/>
      <dgm:spPr/>
    </dgm:pt>
    <dgm:pt modelId="{290C1ADE-53F4-4C0E-9015-1DB442FE84B9}" type="pres">
      <dgm:prSet presAssocID="{A66658F8-EC4D-4BC0-A3ED-C1533C1CA51A}" presName="background2" presStyleLbl="node2" presStyleIdx="0" presStyleCnt="4"/>
      <dgm:spPr/>
    </dgm:pt>
    <dgm:pt modelId="{0E482735-19F6-40BB-BE22-79C1DF463D80}" type="pres">
      <dgm:prSet presAssocID="{A66658F8-EC4D-4BC0-A3ED-C1533C1CA51A}" presName="text2" presStyleLbl="fgAcc2" presStyleIdx="0" presStyleCnt="4">
        <dgm:presLayoutVars>
          <dgm:chPref val="3"/>
        </dgm:presLayoutVars>
      </dgm:prSet>
      <dgm:spPr/>
    </dgm:pt>
    <dgm:pt modelId="{B490D181-6601-40F9-B245-905158C2B6FE}" type="pres">
      <dgm:prSet presAssocID="{A66658F8-EC4D-4BC0-A3ED-C1533C1CA51A}" presName="hierChild3" presStyleCnt="0"/>
      <dgm:spPr/>
    </dgm:pt>
    <dgm:pt modelId="{7D580D91-52C8-4F06-A961-91992CDF0AAF}" type="pres">
      <dgm:prSet presAssocID="{1BB0A10D-4D99-44E6-AB24-8B4B80A12417}" presName="Name10" presStyleLbl="parChTrans1D2" presStyleIdx="1" presStyleCnt="4"/>
      <dgm:spPr/>
    </dgm:pt>
    <dgm:pt modelId="{C23677EC-C883-41D3-B5EB-35C241381FE9}" type="pres">
      <dgm:prSet presAssocID="{35AA79E9-DDDA-4F9A-8D05-234391CA6591}" presName="hierRoot2" presStyleCnt="0"/>
      <dgm:spPr/>
    </dgm:pt>
    <dgm:pt modelId="{6CBA59CD-A566-48B1-A11D-0DC856FB3CFC}" type="pres">
      <dgm:prSet presAssocID="{35AA79E9-DDDA-4F9A-8D05-234391CA6591}" presName="composite2" presStyleCnt="0"/>
      <dgm:spPr/>
    </dgm:pt>
    <dgm:pt modelId="{2606BDD1-4BE5-4F1B-879F-77BE5DDCB04C}" type="pres">
      <dgm:prSet presAssocID="{35AA79E9-DDDA-4F9A-8D05-234391CA6591}" presName="background2" presStyleLbl="node2" presStyleIdx="1" presStyleCnt="4"/>
      <dgm:spPr/>
    </dgm:pt>
    <dgm:pt modelId="{05D4CB95-EAE9-483A-8A91-E58BB45C46B2}" type="pres">
      <dgm:prSet presAssocID="{35AA79E9-DDDA-4F9A-8D05-234391CA6591}" presName="text2" presStyleLbl="fgAcc2" presStyleIdx="1" presStyleCnt="4" custLinFactNeighborX="-959" custLinFactNeighborY="-3677">
        <dgm:presLayoutVars>
          <dgm:chPref val="3"/>
        </dgm:presLayoutVars>
      </dgm:prSet>
      <dgm:spPr/>
    </dgm:pt>
    <dgm:pt modelId="{6EEEDF79-FC7C-4252-B697-1EC32C7CDFCA}" type="pres">
      <dgm:prSet presAssocID="{35AA79E9-DDDA-4F9A-8D05-234391CA6591}" presName="hierChild3" presStyleCnt="0"/>
      <dgm:spPr/>
    </dgm:pt>
    <dgm:pt modelId="{96E80FB1-B5CF-4A1D-B936-E2B51F41D0F0}" type="pres">
      <dgm:prSet presAssocID="{B81B7F59-520D-420F-9B1D-D3ED627904CF}" presName="Name10" presStyleLbl="parChTrans1D2" presStyleIdx="2" presStyleCnt="4"/>
      <dgm:spPr/>
    </dgm:pt>
    <dgm:pt modelId="{458829ED-2519-44B8-BA8D-93D806D3935D}" type="pres">
      <dgm:prSet presAssocID="{441AF631-E741-4715-B5E2-3F63359F4907}" presName="hierRoot2" presStyleCnt="0"/>
      <dgm:spPr/>
    </dgm:pt>
    <dgm:pt modelId="{CAA7EBEE-E6F0-41B1-96A4-5752790A635F}" type="pres">
      <dgm:prSet presAssocID="{441AF631-E741-4715-B5E2-3F63359F4907}" presName="composite2" presStyleCnt="0"/>
      <dgm:spPr/>
    </dgm:pt>
    <dgm:pt modelId="{494825BA-59F1-4A83-BDF7-AFA8C6AADC84}" type="pres">
      <dgm:prSet presAssocID="{441AF631-E741-4715-B5E2-3F63359F4907}" presName="background2" presStyleLbl="node2" presStyleIdx="2" presStyleCnt="4"/>
      <dgm:spPr/>
    </dgm:pt>
    <dgm:pt modelId="{C4D7ED0A-5737-4516-BF9A-72326BCC0FC3}" type="pres">
      <dgm:prSet presAssocID="{441AF631-E741-4715-B5E2-3F63359F4907}" presName="text2" presStyleLbl="fgAcc2" presStyleIdx="2" presStyleCnt="4">
        <dgm:presLayoutVars>
          <dgm:chPref val="3"/>
        </dgm:presLayoutVars>
      </dgm:prSet>
      <dgm:spPr/>
    </dgm:pt>
    <dgm:pt modelId="{A6070146-804E-4DC8-8D3F-A3421CA255DB}" type="pres">
      <dgm:prSet presAssocID="{441AF631-E741-4715-B5E2-3F63359F4907}" presName="hierChild3" presStyleCnt="0"/>
      <dgm:spPr/>
    </dgm:pt>
    <dgm:pt modelId="{21A7F8A2-1062-4AA5-8797-57DC9BF74858}" type="pres">
      <dgm:prSet presAssocID="{F2518138-D8C4-4B26-8A75-999678BDF6A6}" presName="Name10" presStyleLbl="parChTrans1D2" presStyleIdx="3" presStyleCnt="4"/>
      <dgm:spPr/>
    </dgm:pt>
    <dgm:pt modelId="{D7FA64EB-DD5E-4AC2-8816-637B80042F85}" type="pres">
      <dgm:prSet presAssocID="{7F141666-14DF-4E1E-AF67-222E1567DCC5}" presName="hierRoot2" presStyleCnt="0"/>
      <dgm:spPr/>
    </dgm:pt>
    <dgm:pt modelId="{5CB93A98-6CCF-4CFF-A33C-3974ABAE2515}" type="pres">
      <dgm:prSet presAssocID="{7F141666-14DF-4E1E-AF67-222E1567DCC5}" presName="composite2" presStyleCnt="0"/>
      <dgm:spPr/>
    </dgm:pt>
    <dgm:pt modelId="{594618C3-A4F7-457F-AA51-4F449D78C4E7}" type="pres">
      <dgm:prSet presAssocID="{7F141666-14DF-4E1E-AF67-222E1567DCC5}" presName="background2" presStyleLbl="node2" presStyleIdx="3" presStyleCnt="4"/>
      <dgm:spPr/>
    </dgm:pt>
    <dgm:pt modelId="{434F8915-2C90-45C5-B7FB-13258D79A4DF}" type="pres">
      <dgm:prSet presAssocID="{7F141666-14DF-4E1E-AF67-222E1567DCC5}" presName="text2" presStyleLbl="fgAcc2" presStyleIdx="3" presStyleCnt="4">
        <dgm:presLayoutVars>
          <dgm:chPref val="3"/>
        </dgm:presLayoutVars>
      </dgm:prSet>
      <dgm:spPr/>
    </dgm:pt>
    <dgm:pt modelId="{1EEA24FC-A64F-4DDA-A6BE-889797AD323A}" type="pres">
      <dgm:prSet presAssocID="{7F141666-14DF-4E1E-AF67-222E1567DCC5}" presName="hierChild3" presStyleCnt="0"/>
      <dgm:spPr/>
    </dgm:pt>
  </dgm:ptLst>
  <dgm:cxnLst>
    <dgm:cxn modelId="{DF7C1100-9009-43C9-B1A3-DB9B351D213C}" type="presOf" srcId="{B81B7F59-520D-420F-9B1D-D3ED627904CF}" destId="{96E80FB1-B5CF-4A1D-B936-E2B51F41D0F0}" srcOrd="0" destOrd="0" presId="urn:microsoft.com/office/officeart/2005/8/layout/hierarchy1"/>
    <dgm:cxn modelId="{6D99830C-5EF6-4045-AF81-ADFA5C6EEC9E}" type="presOf" srcId="{F2518138-D8C4-4B26-8A75-999678BDF6A6}" destId="{21A7F8A2-1062-4AA5-8797-57DC9BF74858}" srcOrd="0" destOrd="0" presId="urn:microsoft.com/office/officeart/2005/8/layout/hierarchy1"/>
    <dgm:cxn modelId="{5E414D0F-7A9C-460C-B0E6-E8D40129FC31}" type="presOf" srcId="{7F141666-14DF-4E1E-AF67-222E1567DCC5}" destId="{434F8915-2C90-45C5-B7FB-13258D79A4DF}" srcOrd="0" destOrd="0" presId="urn:microsoft.com/office/officeart/2005/8/layout/hierarchy1"/>
    <dgm:cxn modelId="{77943727-2DCD-4C7D-A0C3-087E27CA8BAA}" type="presOf" srcId="{A66658F8-EC4D-4BC0-A3ED-C1533C1CA51A}" destId="{0E482735-19F6-40BB-BE22-79C1DF463D80}" srcOrd="0" destOrd="0" presId="urn:microsoft.com/office/officeart/2005/8/layout/hierarchy1"/>
    <dgm:cxn modelId="{FD43E12E-C02F-4E6E-A5BB-B5D74B40D618}" type="presOf" srcId="{1BB0A10D-4D99-44E6-AB24-8B4B80A12417}" destId="{7D580D91-52C8-4F06-A961-91992CDF0AAF}" srcOrd="0" destOrd="0" presId="urn:microsoft.com/office/officeart/2005/8/layout/hierarchy1"/>
    <dgm:cxn modelId="{EB567348-77A8-4D84-98E0-9FE7793265DB}" srcId="{B24ABC18-ED44-4CAC-A7ED-545F3689FFCE}" destId="{7F141666-14DF-4E1E-AF67-222E1567DCC5}" srcOrd="3" destOrd="0" parTransId="{F2518138-D8C4-4B26-8A75-999678BDF6A6}" sibTransId="{36D2C472-B847-40CA-A39D-1A4CCBC4050D}"/>
    <dgm:cxn modelId="{0648826A-9BCC-45B0-B2F2-0FF5ED9DC02C}" srcId="{B24ABC18-ED44-4CAC-A7ED-545F3689FFCE}" destId="{A66658F8-EC4D-4BC0-A3ED-C1533C1CA51A}" srcOrd="0" destOrd="0" parTransId="{21146282-6535-4DC3-88CF-E71FE034FB25}" sibTransId="{BC614D0A-2FB8-4275-8486-9469886592BB}"/>
    <dgm:cxn modelId="{2DA71E6C-51BF-4722-9622-290950C22A4C}" type="presOf" srcId="{7B3B0C89-9DCD-4F43-A873-955CF4422B06}" destId="{561490D4-C568-4809-B15D-5DE941B3142E}" srcOrd="0" destOrd="0" presId="urn:microsoft.com/office/officeart/2005/8/layout/hierarchy1"/>
    <dgm:cxn modelId="{8107F870-48DB-4DDD-81D7-0E1F515D7ED0}" srcId="{B24ABC18-ED44-4CAC-A7ED-545F3689FFCE}" destId="{35AA79E9-DDDA-4F9A-8D05-234391CA6591}" srcOrd="1" destOrd="0" parTransId="{1BB0A10D-4D99-44E6-AB24-8B4B80A12417}" sibTransId="{1F4A4DD8-6840-40E8-BB88-8777F85BAFEF}"/>
    <dgm:cxn modelId="{30137E59-38CD-4802-A6FA-A65A9964B73B}" srcId="{B24ABC18-ED44-4CAC-A7ED-545F3689FFCE}" destId="{441AF631-E741-4715-B5E2-3F63359F4907}" srcOrd="2" destOrd="0" parTransId="{B81B7F59-520D-420F-9B1D-D3ED627904CF}" sibTransId="{7222EED2-DFB4-486E-803C-1E7522CADA07}"/>
    <dgm:cxn modelId="{A79650BE-D85D-4E5A-93D6-44F510350C61}" type="presOf" srcId="{35AA79E9-DDDA-4F9A-8D05-234391CA6591}" destId="{05D4CB95-EAE9-483A-8A91-E58BB45C46B2}" srcOrd="0" destOrd="0" presId="urn:microsoft.com/office/officeart/2005/8/layout/hierarchy1"/>
    <dgm:cxn modelId="{807785C5-2D67-4C72-9A47-CBB93A844B05}" type="presOf" srcId="{B24ABC18-ED44-4CAC-A7ED-545F3689FFCE}" destId="{519E2000-1BBB-43A8-886A-1EE76EABEEC6}" srcOrd="0" destOrd="0" presId="urn:microsoft.com/office/officeart/2005/8/layout/hierarchy1"/>
    <dgm:cxn modelId="{3660AAC7-7088-46CE-877B-7DFC5B2088C8}" srcId="{7B3B0C89-9DCD-4F43-A873-955CF4422B06}" destId="{B24ABC18-ED44-4CAC-A7ED-545F3689FFCE}" srcOrd="0" destOrd="0" parTransId="{C9D510B4-A275-48A6-B473-12CAF3026506}" sibTransId="{4ED83DA7-926F-4638-828F-629A11D95219}"/>
    <dgm:cxn modelId="{925A1BD6-F8EF-4EC4-B2F5-3D13DFC61CA4}" type="presOf" srcId="{441AF631-E741-4715-B5E2-3F63359F4907}" destId="{C4D7ED0A-5737-4516-BF9A-72326BCC0FC3}" srcOrd="0" destOrd="0" presId="urn:microsoft.com/office/officeart/2005/8/layout/hierarchy1"/>
    <dgm:cxn modelId="{596FCFE6-C479-45DB-BA13-F603D85513FE}" type="presOf" srcId="{21146282-6535-4DC3-88CF-E71FE034FB25}" destId="{6A442F23-0971-40DB-8C1E-B4BB7C40785E}" srcOrd="0" destOrd="0" presId="urn:microsoft.com/office/officeart/2005/8/layout/hierarchy1"/>
    <dgm:cxn modelId="{9AFFDFD6-BFE3-4EF7-A47F-7B5A0808CDBD}" type="presParOf" srcId="{561490D4-C568-4809-B15D-5DE941B3142E}" destId="{2B9418B4-9539-48D5-870E-94468D4AEEED}" srcOrd="0" destOrd="0" presId="urn:microsoft.com/office/officeart/2005/8/layout/hierarchy1"/>
    <dgm:cxn modelId="{1D03C955-B7BB-4576-8D64-FBF69687A03B}" type="presParOf" srcId="{2B9418B4-9539-48D5-870E-94468D4AEEED}" destId="{D7BDCFC7-E231-43BF-8B5A-46738A4E10C5}" srcOrd="0" destOrd="0" presId="urn:microsoft.com/office/officeart/2005/8/layout/hierarchy1"/>
    <dgm:cxn modelId="{36D85412-BF8C-4C0A-B198-181AEE35C0FF}" type="presParOf" srcId="{D7BDCFC7-E231-43BF-8B5A-46738A4E10C5}" destId="{05DDD42B-D258-4D01-98A9-710AD9174C66}" srcOrd="0" destOrd="0" presId="urn:microsoft.com/office/officeart/2005/8/layout/hierarchy1"/>
    <dgm:cxn modelId="{6F4C05C4-3476-4700-9C22-CF18507CC9CE}" type="presParOf" srcId="{D7BDCFC7-E231-43BF-8B5A-46738A4E10C5}" destId="{519E2000-1BBB-43A8-886A-1EE76EABEEC6}" srcOrd="1" destOrd="0" presId="urn:microsoft.com/office/officeart/2005/8/layout/hierarchy1"/>
    <dgm:cxn modelId="{842665C7-80AB-4D67-92A5-21BCAE7253F1}" type="presParOf" srcId="{2B9418B4-9539-48D5-870E-94468D4AEEED}" destId="{B9DFAEB5-3A10-48CE-B050-484D07A386F3}" srcOrd="1" destOrd="0" presId="urn:microsoft.com/office/officeart/2005/8/layout/hierarchy1"/>
    <dgm:cxn modelId="{E98E9746-898A-4B84-ABF2-9AF3ADCC95D6}" type="presParOf" srcId="{B9DFAEB5-3A10-48CE-B050-484D07A386F3}" destId="{6A442F23-0971-40DB-8C1E-B4BB7C40785E}" srcOrd="0" destOrd="0" presId="urn:microsoft.com/office/officeart/2005/8/layout/hierarchy1"/>
    <dgm:cxn modelId="{0202C578-7197-4863-8869-6772D2E794FB}" type="presParOf" srcId="{B9DFAEB5-3A10-48CE-B050-484D07A386F3}" destId="{F7F2EA14-E1E8-44B8-A29B-EBA936535BB0}" srcOrd="1" destOrd="0" presId="urn:microsoft.com/office/officeart/2005/8/layout/hierarchy1"/>
    <dgm:cxn modelId="{50B989A8-FC62-4213-9EC1-DB37ECDCE2FD}" type="presParOf" srcId="{F7F2EA14-E1E8-44B8-A29B-EBA936535BB0}" destId="{222B2C98-D8C6-4AC0-A843-35CBC5B1ADC7}" srcOrd="0" destOrd="0" presId="urn:microsoft.com/office/officeart/2005/8/layout/hierarchy1"/>
    <dgm:cxn modelId="{8175EA34-A458-4A34-8FB0-B8B995024837}" type="presParOf" srcId="{222B2C98-D8C6-4AC0-A843-35CBC5B1ADC7}" destId="{290C1ADE-53F4-4C0E-9015-1DB442FE84B9}" srcOrd="0" destOrd="0" presId="urn:microsoft.com/office/officeart/2005/8/layout/hierarchy1"/>
    <dgm:cxn modelId="{C452C97F-2735-4517-A32E-8A647A0C72BC}" type="presParOf" srcId="{222B2C98-D8C6-4AC0-A843-35CBC5B1ADC7}" destId="{0E482735-19F6-40BB-BE22-79C1DF463D80}" srcOrd="1" destOrd="0" presId="urn:microsoft.com/office/officeart/2005/8/layout/hierarchy1"/>
    <dgm:cxn modelId="{C52C2A1F-470A-4AAE-B1A9-324E9378A05D}" type="presParOf" srcId="{F7F2EA14-E1E8-44B8-A29B-EBA936535BB0}" destId="{B490D181-6601-40F9-B245-905158C2B6FE}" srcOrd="1" destOrd="0" presId="urn:microsoft.com/office/officeart/2005/8/layout/hierarchy1"/>
    <dgm:cxn modelId="{861A8778-AB69-441E-A5BF-9BD889B6FB6E}" type="presParOf" srcId="{B9DFAEB5-3A10-48CE-B050-484D07A386F3}" destId="{7D580D91-52C8-4F06-A961-91992CDF0AAF}" srcOrd="2" destOrd="0" presId="urn:microsoft.com/office/officeart/2005/8/layout/hierarchy1"/>
    <dgm:cxn modelId="{00EBB8F9-B9AA-4D7A-8DBB-40D5E6A867D2}" type="presParOf" srcId="{B9DFAEB5-3A10-48CE-B050-484D07A386F3}" destId="{C23677EC-C883-41D3-B5EB-35C241381FE9}" srcOrd="3" destOrd="0" presId="urn:microsoft.com/office/officeart/2005/8/layout/hierarchy1"/>
    <dgm:cxn modelId="{EDDFB5F4-EC30-4D2E-9A96-D8DA89A99FD4}" type="presParOf" srcId="{C23677EC-C883-41D3-B5EB-35C241381FE9}" destId="{6CBA59CD-A566-48B1-A11D-0DC856FB3CFC}" srcOrd="0" destOrd="0" presId="urn:microsoft.com/office/officeart/2005/8/layout/hierarchy1"/>
    <dgm:cxn modelId="{5F6ECD16-E25E-4BA7-B071-213AF3A37E9F}" type="presParOf" srcId="{6CBA59CD-A566-48B1-A11D-0DC856FB3CFC}" destId="{2606BDD1-4BE5-4F1B-879F-77BE5DDCB04C}" srcOrd="0" destOrd="0" presId="urn:microsoft.com/office/officeart/2005/8/layout/hierarchy1"/>
    <dgm:cxn modelId="{8FED37BA-7CF0-49CD-B95A-52AFCB65AFA9}" type="presParOf" srcId="{6CBA59CD-A566-48B1-A11D-0DC856FB3CFC}" destId="{05D4CB95-EAE9-483A-8A91-E58BB45C46B2}" srcOrd="1" destOrd="0" presId="urn:microsoft.com/office/officeart/2005/8/layout/hierarchy1"/>
    <dgm:cxn modelId="{38384F90-B57D-4561-9A8F-BA63293ACE66}" type="presParOf" srcId="{C23677EC-C883-41D3-B5EB-35C241381FE9}" destId="{6EEEDF79-FC7C-4252-B697-1EC32C7CDFCA}" srcOrd="1" destOrd="0" presId="urn:microsoft.com/office/officeart/2005/8/layout/hierarchy1"/>
    <dgm:cxn modelId="{027CCD85-038C-44FB-98B5-161A80CCADCC}" type="presParOf" srcId="{B9DFAEB5-3A10-48CE-B050-484D07A386F3}" destId="{96E80FB1-B5CF-4A1D-B936-E2B51F41D0F0}" srcOrd="4" destOrd="0" presId="urn:microsoft.com/office/officeart/2005/8/layout/hierarchy1"/>
    <dgm:cxn modelId="{203FFB72-C27E-48F2-AD92-43DC3949326F}" type="presParOf" srcId="{B9DFAEB5-3A10-48CE-B050-484D07A386F3}" destId="{458829ED-2519-44B8-BA8D-93D806D3935D}" srcOrd="5" destOrd="0" presId="urn:microsoft.com/office/officeart/2005/8/layout/hierarchy1"/>
    <dgm:cxn modelId="{2EAD242F-C1C8-408C-BE61-7CD830CD535E}" type="presParOf" srcId="{458829ED-2519-44B8-BA8D-93D806D3935D}" destId="{CAA7EBEE-E6F0-41B1-96A4-5752790A635F}" srcOrd="0" destOrd="0" presId="urn:microsoft.com/office/officeart/2005/8/layout/hierarchy1"/>
    <dgm:cxn modelId="{8E6746B2-EA15-439F-93B1-4CFE552BF2CC}" type="presParOf" srcId="{CAA7EBEE-E6F0-41B1-96A4-5752790A635F}" destId="{494825BA-59F1-4A83-BDF7-AFA8C6AADC84}" srcOrd="0" destOrd="0" presId="urn:microsoft.com/office/officeart/2005/8/layout/hierarchy1"/>
    <dgm:cxn modelId="{B54A7E7B-CA5F-4B50-9C0C-ECB96CD09E13}" type="presParOf" srcId="{CAA7EBEE-E6F0-41B1-96A4-5752790A635F}" destId="{C4D7ED0A-5737-4516-BF9A-72326BCC0FC3}" srcOrd="1" destOrd="0" presId="urn:microsoft.com/office/officeart/2005/8/layout/hierarchy1"/>
    <dgm:cxn modelId="{ABE88BFD-9874-4977-804A-CB6E3480352B}" type="presParOf" srcId="{458829ED-2519-44B8-BA8D-93D806D3935D}" destId="{A6070146-804E-4DC8-8D3F-A3421CA255DB}" srcOrd="1" destOrd="0" presId="urn:microsoft.com/office/officeart/2005/8/layout/hierarchy1"/>
    <dgm:cxn modelId="{06D8919C-700A-4CBC-91E2-DE431A0F145D}" type="presParOf" srcId="{B9DFAEB5-3A10-48CE-B050-484D07A386F3}" destId="{21A7F8A2-1062-4AA5-8797-57DC9BF74858}" srcOrd="6" destOrd="0" presId="urn:microsoft.com/office/officeart/2005/8/layout/hierarchy1"/>
    <dgm:cxn modelId="{2F3C22F5-457D-4622-A6CB-FFBB4FDCD64A}" type="presParOf" srcId="{B9DFAEB5-3A10-48CE-B050-484D07A386F3}" destId="{D7FA64EB-DD5E-4AC2-8816-637B80042F85}" srcOrd="7" destOrd="0" presId="urn:microsoft.com/office/officeart/2005/8/layout/hierarchy1"/>
    <dgm:cxn modelId="{B9D09FF2-1619-40FC-AD4A-A1C203EF8B51}" type="presParOf" srcId="{D7FA64EB-DD5E-4AC2-8816-637B80042F85}" destId="{5CB93A98-6CCF-4CFF-A33C-3974ABAE2515}" srcOrd="0" destOrd="0" presId="urn:microsoft.com/office/officeart/2005/8/layout/hierarchy1"/>
    <dgm:cxn modelId="{0B3F7176-785A-416B-B9C4-2DC829D59EF4}" type="presParOf" srcId="{5CB93A98-6CCF-4CFF-A33C-3974ABAE2515}" destId="{594618C3-A4F7-457F-AA51-4F449D78C4E7}" srcOrd="0" destOrd="0" presId="urn:microsoft.com/office/officeart/2005/8/layout/hierarchy1"/>
    <dgm:cxn modelId="{B1D087F4-DB96-438F-B4F3-932EDE1B8C35}" type="presParOf" srcId="{5CB93A98-6CCF-4CFF-A33C-3974ABAE2515}" destId="{434F8915-2C90-45C5-B7FB-13258D79A4DF}" srcOrd="1" destOrd="0" presId="urn:microsoft.com/office/officeart/2005/8/layout/hierarchy1"/>
    <dgm:cxn modelId="{237CC451-10F6-481D-AFAE-15EB11DCE5F9}" type="presParOf" srcId="{D7FA64EB-DD5E-4AC2-8816-637B80042F85}" destId="{1EEA24FC-A64F-4DDA-A6BE-889797AD32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3B0C89-9DCD-4F43-A873-955CF4422B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24ABC18-ED44-4CAC-A7ED-545F3689FFCE}">
      <dgm:prSet phldrT="[Text]"/>
      <dgm:spPr/>
      <dgm:t>
        <a:bodyPr/>
        <a:lstStyle/>
        <a:p>
          <a:r>
            <a:rPr lang="en-US" dirty="0"/>
            <a:t>Attack types</a:t>
          </a:r>
        </a:p>
      </dgm:t>
    </dgm:pt>
    <dgm:pt modelId="{C9D510B4-A275-48A6-B473-12CAF3026506}" type="parTrans" cxnId="{3660AAC7-7088-46CE-877B-7DFC5B2088C8}">
      <dgm:prSet/>
      <dgm:spPr/>
      <dgm:t>
        <a:bodyPr/>
        <a:lstStyle/>
        <a:p>
          <a:endParaRPr lang="en-US"/>
        </a:p>
      </dgm:t>
    </dgm:pt>
    <dgm:pt modelId="{4ED83DA7-926F-4638-828F-629A11D95219}" type="sibTrans" cxnId="{3660AAC7-7088-46CE-877B-7DFC5B2088C8}">
      <dgm:prSet/>
      <dgm:spPr/>
      <dgm:t>
        <a:bodyPr/>
        <a:lstStyle/>
        <a:p>
          <a:endParaRPr lang="en-US"/>
        </a:p>
      </dgm:t>
    </dgm:pt>
    <dgm:pt modelId="{A66658F8-EC4D-4BC0-A3ED-C1533C1CA51A}">
      <dgm:prSet phldrT="[Text]"/>
      <dgm:spPr/>
      <dgm:t>
        <a:bodyPr/>
        <a:lstStyle/>
        <a:p>
          <a:r>
            <a:rPr lang="en-US" dirty="0"/>
            <a:t>Social engineering attacks</a:t>
          </a:r>
        </a:p>
      </dgm:t>
    </dgm:pt>
    <dgm:pt modelId="{21146282-6535-4DC3-88CF-E71FE034FB25}" type="parTrans" cxnId="{0648826A-9BCC-45B0-B2F2-0FF5ED9DC02C}">
      <dgm:prSet/>
      <dgm:spPr/>
      <dgm:t>
        <a:bodyPr/>
        <a:lstStyle/>
        <a:p>
          <a:endParaRPr lang="en-US"/>
        </a:p>
      </dgm:t>
    </dgm:pt>
    <dgm:pt modelId="{BC614D0A-2FB8-4275-8486-9469886592BB}" type="sibTrans" cxnId="{0648826A-9BCC-45B0-B2F2-0FF5ED9DC02C}">
      <dgm:prSet/>
      <dgm:spPr/>
      <dgm:t>
        <a:bodyPr/>
        <a:lstStyle/>
        <a:p>
          <a:endParaRPr lang="en-US"/>
        </a:p>
      </dgm:t>
    </dgm:pt>
    <dgm:pt modelId="{EF98BB57-C6D4-4824-982F-8DA4B6E487ED}">
      <dgm:prSet phldrT="[Text]"/>
      <dgm:spPr/>
      <dgm:t>
        <a:bodyPr/>
        <a:lstStyle/>
        <a:p>
          <a:r>
            <a:rPr lang="en-US" altLang="en-US" b="1" dirty="0"/>
            <a:t>Dumpster diving</a:t>
          </a:r>
          <a:endParaRPr lang="en-US" b="1" dirty="0"/>
        </a:p>
      </dgm:t>
    </dgm:pt>
    <dgm:pt modelId="{8A23B326-5DFA-45CC-88A4-539F3F1C0288}" type="parTrans" cxnId="{65BD199E-07B3-4F7A-943B-1FB00AB6F6CA}">
      <dgm:prSet/>
      <dgm:spPr/>
      <dgm:t>
        <a:bodyPr/>
        <a:lstStyle/>
        <a:p>
          <a:endParaRPr lang="en-US"/>
        </a:p>
      </dgm:t>
    </dgm:pt>
    <dgm:pt modelId="{4BC8B3C5-9091-48DA-A0F2-BC2669695228}" type="sibTrans" cxnId="{65BD199E-07B3-4F7A-943B-1FB00AB6F6CA}">
      <dgm:prSet/>
      <dgm:spPr/>
      <dgm:t>
        <a:bodyPr/>
        <a:lstStyle/>
        <a:p>
          <a:endParaRPr lang="en-US"/>
        </a:p>
      </dgm:t>
    </dgm:pt>
    <dgm:pt modelId="{4A82FD27-7333-4DE1-8BF2-8A974E3941C0}">
      <dgm:prSet phldrT="[Text]"/>
      <dgm:spPr/>
      <dgm:t>
        <a:bodyPr/>
        <a:lstStyle/>
        <a:p>
          <a:r>
            <a:rPr lang="en-US" altLang="en-US" b="1" i="1" dirty="0"/>
            <a:t>Spam</a:t>
          </a:r>
          <a:endParaRPr lang="en-US" dirty="0"/>
        </a:p>
      </dgm:t>
    </dgm:pt>
    <dgm:pt modelId="{D99AF7D9-6CFF-4332-B07E-A125BED64A1B}" type="parTrans" cxnId="{24E7630E-38E3-4092-98F4-87843537F2D8}">
      <dgm:prSet/>
      <dgm:spPr/>
      <dgm:t>
        <a:bodyPr/>
        <a:lstStyle/>
        <a:p>
          <a:endParaRPr lang="en-US"/>
        </a:p>
      </dgm:t>
    </dgm:pt>
    <dgm:pt modelId="{D557BD37-2412-45CF-BC64-FA213BDA15F9}" type="sibTrans" cxnId="{24E7630E-38E3-4092-98F4-87843537F2D8}">
      <dgm:prSet/>
      <dgm:spPr/>
      <dgm:t>
        <a:bodyPr/>
        <a:lstStyle/>
        <a:p>
          <a:endParaRPr lang="en-US"/>
        </a:p>
      </dgm:t>
    </dgm:pt>
    <dgm:pt modelId="{35AA79E9-DDDA-4F9A-8D05-234391CA6591}">
      <dgm:prSet phldrT="[Text]"/>
      <dgm:spPr/>
      <dgm:t>
        <a:bodyPr/>
        <a:lstStyle/>
        <a:p>
          <a:r>
            <a:rPr lang="en-US" altLang="en-US" dirty="0"/>
            <a:t>Attacks against the application’s software</a:t>
          </a:r>
          <a:endParaRPr lang="en-US" dirty="0"/>
        </a:p>
      </dgm:t>
    </dgm:pt>
    <dgm:pt modelId="{1BB0A10D-4D99-44E6-AB24-8B4B80A12417}" type="parTrans" cxnId="{8107F870-48DB-4DDD-81D7-0E1F515D7ED0}">
      <dgm:prSet/>
      <dgm:spPr/>
      <dgm:t>
        <a:bodyPr/>
        <a:lstStyle/>
        <a:p>
          <a:endParaRPr lang="en-US"/>
        </a:p>
      </dgm:t>
    </dgm:pt>
    <dgm:pt modelId="{1F4A4DD8-6840-40E8-BB88-8777F85BAFEF}" type="sibTrans" cxnId="{8107F870-48DB-4DDD-81D7-0E1F515D7ED0}">
      <dgm:prSet/>
      <dgm:spPr/>
      <dgm:t>
        <a:bodyPr/>
        <a:lstStyle/>
        <a:p>
          <a:endParaRPr lang="en-US"/>
        </a:p>
      </dgm:t>
    </dgm:pt>
    <dgm:pt modelId="{441AF631-E741-4715-B5E2-3F63359F4907}">
      <dgm:prSet phldrT="[Text]"/>
      <dgm:spPr/>
      <dgm:t>
        <a:bodyPr/>
        <a:lstStyle/>
        <a:p>
          <a:r>
            <a:rPr lang="en-US" altLang="en-US" dirty="0"/>
            <a:t>Attacks against the supporting infrastructure</a:t>
          </a:r>
          <a:endParaRPr lang="en-US" dirty="0"/>
        </a:p>
      </dgm:t>
    </dgm:pt>
    <dgm:pt modelId="{B81B7F59-520D-420F-9B1D-D3ED627904CF}" type="parTrans" cxnId="{30137E59-38CD-4802-A6FA-A65A9964B73B}">
      <dgm:prSet/>
      <dgm:spPr/>
      <dgm:t>
        <a:bodyPr/>
        <a:lstStyle/>
        <a:p>
          <a:endParaRPr lang="en-US"/>
        </a:p>
      </dgm:t>
    </dgm:pt>
    <dgm:pt modelId="{7222EED2-DFB4-486E-803C-1E7522CADA07}" type="sibTrans" cxnId="{30137E59-38CD-4802-A6FA-A65A9964B73B}">
      <dgm:prSet/>
      <dgm:spPr/>
      <dgm:t>
        <a:bodyPr/>
        <a:lstStyle/>
        <a:p>
          <a:endParaRPr lang="en-US"/>
        </a:p>
      </dgm:t>
    </dgm:pt>
    <dgm:pt modelId="{7F141666-14DF-4E1E-AF67-222E1567DCC5}">
      <dgm:prSet/>
      <dgm:spPr/>
      <dgm:t>
        <a:bodyPr/>
        <a:lstStyle/>
        <a:p>
          <a:r>
            <a:rPr lang="en-US" altLang="en-US" dirty="0"/>
            <a:t>Physical attacks</a:t>
          </a:r>
        </a:p>
      </dgm:t>
    </dgm:pt>
    <dgm:pt modelId="{F2518138-D8C4-4B26-8A75-999678BDF6A6}" type="parTrans" cxnId="{EB567348-77A8-4D84-98E0-9FE7793265DB}">
      <dgm:prSet/>
      <dgm:spPr/>
      <dgm:t>
        <a:bodyPr/>
        <a:lstStyle/>
        <a:p>
          <a:endParaRPr lang="en-US"/>
        </a:p>
      </dgm:t>
    </dgm:pt>
    <dgm:pt modelId="{36D2C472-B847-40CA-A39D-1A4CCBC4050D}" type="sibTrans" cxnId="{EB567348-77A8-4D84-98E0-9FE7793265DB}">
      <dgm:prSet/>
      <dgm:spPr/>
      <dgm:t>
        <a:bodyPr/>
        <a:lstStyle/>
        <a:p>
          <a:endParaRPr lang="en-US"/>
        </a:p>
      </dgm:t>
    </dgm:pt>
    <dgm:pt modelId="{3B789750-8FC9-4AA8-9DB6-FA28894F7527}">
      <dgm:prSet/>
      <dgm:spPr/>
      <dgm:t>
        <a:bodyPr/>
        <a:lstStyle/>
        <a:p>
          <a:r>
            <a:rPr lang="en-US" altLang="en-US" b="1"/>
            <a:t>Phishing</a:t>
          </a:r>
          <a:endParaRPr lang="en-US" b="1"/>
        </a:p>
      </dgm:t>
    </dgm:pt>
    <dgm:pt modelId="{117E036F-92F5-4428-8092-959BA424760C}" type="parTrans" cxnId="{B6E70B0B-16D2-4F73-9236-F4A941D5E372}">
      <dgm:prSet/>
      <dgm:spPr/>
      <dgm:t>
        <a:bodyPr/>
        <a:lstStyle/>
        <a:p>
          <a:endParaRPr lang="en-US"/>
        </a:p>
      </dgm:t>
    </dgm:pt>
    <dgm:pt modelId="{690957AB-A163-43C8-B6AC-E25E93041E9E}" type="sibTrans" cxnId="{B6E70B0B-16D2-4F73-9236-F4A941D5E372}">
      <dgm:prSet/>
      <dgm:spPr/>
      <dgm:t>
        <a:bodyPr/>
        <a:lstStyle/>
        <a:p>
          <a:endParaRPr lang="en-US"/>
        </a:p>
      </dgm:t>
    </dgm:pt>
    <dgm:pt modelId="{6E7187CB-9C3F-4AFB-88A2-1FDFA12019CF}">
      <dgm:prSet/>
      <dgm:spPr/>
      <dgm:t>
        <a:bodyPr/>
        <a:lstStyle/>
        <a:p>
          <a:r>
            <a:rPr lang="en-US" altLang="en-US" b="1" i="1" dirty="0"/>
            <a:t>Man in the middle</a:t>
          </a:r>
          <a:endParaRPr lang="en-US" altLang="en-US" b="1" dirty="0"/>
        </a:p>
      </dgm:t>
    </dgm:pt>
    <dgm:pt modelId="{2E02E4EF-79C0-46F8-93E1-061095E31812}" type="parTrans" cxnId="{7F05126A-95FE-4393-BAF9-C48AD13C04E8}">
      <dgm:prSet/>
      <dgm:spPr/>
      <dgm:t>
        <a:bodyPr/>
        <a:lstStyle/>
        <a:p>
          <a:endParaRPr lang="en-US"/>
        </a:p>
      </dgm:t>
    </dgm:pt>
    <dgm:pt modelId="{C538F35E-E6BB-4BE2-AAA7-E4E20ECF3E12}" type="sibTrans" cxnId="{7F05126A-95FE-4393-BAF9-C48AD13C04E8}">
      <dgm:prSet/>
      <dgm:spPr/>
      <dgm:t>
        <a:bodyPr/>
        <a:lstStyle/>
        <a:p>
          <a:endParaRPr lang="en-US"/>
        </a:p>
      </dgm:t>
    </dgm:pt>
    <dgm:pt modelId="{BA883EE2-A756-4225-AD88-1BD1A2C684FB}">
      <dgm:prSet/>
      <dgm:spPr/>
      <dgm:t>
        <a:bodyPr/>
        <a:lstStyle/>
        <a:p>
          <a:r>
            <a:rPr lang="en-US" altLang="en-US" b="1" dirty="0"/>
            <a:t>Password Guessing </a:t>
          </a:r>
        </a:p>
      </dgm:t>
    </dgm:pt>
    <dgm:pt modelId="{C8AEA415-80EA-49D2-BBFE-67A6BA7274BB}" type="parTrans" cxnId="{D35C265A-2C09-4D9B-AFA5-9160AEBF3CF7}">
      <dgm:prSet/>
      <dgm:spPr/>
      <dgm:t>
        <a:bodyPr/>
        <a:lstStyle/>
        <a:p>
          <a:endParaRPr lang="en-US"/>
        </a:p>
      </dgm:t>
    </dgm:pt>
    <dgm:pt modelId="{875A8663-FBD1-4F42-ABDE-E33A32ADE75E}" type="sibTrans" cxnId="{D35C265A-2C09-4D9B-AFA5-9160AEBF3CF7}">
      <dgm:prSet/>
      <dgm:spPr/>
      <dgm:t>
        <a:bodyPr/>
        <a:lstStyle/>
        <a:p>
          <a:endParaRPr lang="en-US"/>
        </a:p>
      </dgm:t>
    </dgm:pt>
    <dgm:pt modelId="{C08A5EFD-823E-47D1-BD0A-60348F3C1A2A}">
      <dgm:prSet/>
      <dgm:spPr/>
      <dgm:t>
        <a:bodyPr/>
        <a:lstStyle/>
        <a:p>
          <a:r>
            <a:rPr lang="en-US" altLang="en-US" b="1" dirty="0"/>
            <a:t>Reply attack</a:t>
          </a:r>
        </a:p>
      </dgm:t>
    </dgm:pt>
    <dgm:pt modelId="{6AD8454E-1951-4B85-8EB5-D31778C176F4}" type="parTrans" cxnId="{DC255973-528B-4174-AA8A-4067E8A503F1}">
      <dgm:prSet/>
      <dgm:spPr/>
      <dgm:t>
        <a:bodyPr/>
        <a:lstStyle/>
        <a:p>
          <a:endParaRPr lang="en-US"/>
        </a:p>
      </dgm:t>
    </dgm:pt>
    <dgm:pt modelId="{5392EA27-C25C-49E2-8EAD-9318C761AEBF}" type="sibTrans" cxnId="{DC255973-528B-4174-AA8A-4067E8A503F1}">
      <dgm:prSet/>
      <dgm:spPr/>
      <dgm:t>
        <a:bodyPr/>
        <a:lstStyle/>
        <a:p>
          <a:endParaRPr lang="en-US"/>
        </a:p>
      </dgm:t>
    </dgm:pt>
    <dgm:pt modelId="{13406C51-A92D-44E8-BE61-3E1303935069}">
      <dgm:prSet/>
      <dgm:spPr/>
      <dgm:t>
        <a:bodyPr/>
        <a:lstStyle/>
        <a:p>
          <a:r>
            <a:rPr lang="en-US" altLang="en-US" b="1" dirty="0"/>
            <a:t>ARP poisoning</a:t>
          </a:r>
        </a:p>
      </dgm:t>
    </dgm:pt>
    <dgm:pt modelId="{0C862F99-8F7D-4547-91EF-0DCE9C454252}" type="parTrans" cxnId="{E1A2C10E-489C-4474-AC57-7B98BCFAAA7C}">
      <dgm:prSet/>
      <dgm:spPr/>
      <dgm:t>
        <a:bodyPr/>
        <a:lstStyle/>
        <a:p>
          <a:endParaRPr lang="en-US"/>
        </a:p>
      </dgm:t>
    </dgm:pt>
    <dgm:pt modelId="{A055F53C-22D6-4307-9026-22027907371D}" type="sibTrans" cxnId="{E1A2C10E-489C-4474-AC57-7B98BCFAAA7C}">
      <dgm:prSet/>
      <dgm:spPr/>
      <dgm:t>
        <a:bodyPr/>
        <a:lstStyle/>
        <a:p>
          <a:endParaRPr lang="en-US"/>
        </a:p>
      </dgm:t>
    </dgm:pt>
    <dgm:pt modelId="{F33F3718-CC03-4AE9-BFC1-EF17F3089E06}">
      <dgm:prSet/>
      <dgm:spPr/>
      <dgm:t>
        <a:bodyPr/>
        <a:lstStyle/>
        <a:p>
          <a:r>
            <a:rPr lang="en-US" altLang="en-US" b="1"/>
            <a:t>TCP session hijacking</a:t>
          </a:r>
          <a:endParaRPr lang="en-US" altLang="en-US" b="1" dirty="0"/>
        </a:p>
      </dgm:t>
    </dgm:pt>
    <dgm:pt modelId="{A80EA968-2232-49B1-9FDD-AC478606F5B0}" type="parTrans" cxnId="{2841EC45-8B5F-4DC1-8089-ECBF0C00FB41}">
      <dgm:prSet/>
      <dgm:spPr/>
      <dgm:t>
        <a:bodyPr/>
        <a:lstStyle/>
        <a:p>
          <a:endParaRPr lang="en-US"/>
        </a:p>
      </dgm:t>
    </dgm:pt>
    <dgm:pt modelId="{5EA01873-B67D-4150-8EBB-6961B86D2157}" type="sibTrans" cxnId="{2841EC45-8B5F-4DC1-8089-ECBF0C00FB41}">
      <dgm:prSet/>
      <dgm:spPr/>
      <dgm:t>
        <a:bodyPr/>
        <a:lstStyle/>
        <a:p>
          <a:endParaRPr lang="en-US"/>
        </a:p>
      </dgm:t>
    </dgm:pt>
    <dgm:pt modelId="{C833B051-6CC0-4628-AAAF-1AEAD66339A8}">
      <dgm:prSet/>
      <dgm:spPr/>
      <dgm:t>
        <a:bodyPr/>
        <a:lstStyle/>
        <a:p>
          <a:r>
            <a:rPr lang="en-US" altLang="en-US" b="1"/>
            <a:t>DNS poisoning</a:t>
          </a:r>
          <a:endParaRPr lang="en-US" altLang="en-US" b="1" dirty="0"/>
        </a:p>
      </dgm:t>
    </dgm:pt>
    <dgm:pt modelId="{34CFEDBA-93D5-4EAA-A4FA-D6F4E7ECADB7}" type="parTrans" cxnId="{F64637EF-AAB5-4AF9-A9FC-2CD2A8C87F5A}">
      <dgm:prSet/>
      <dgm:spPr/>
      <dgm:t>
        <a:bodyPr/>
        <a:lstStyle/>
        <a:p>
          <a:endParaRPr lang="en-US"/>
        </a:p>
      </dgm:t>
    </dgm:pt>
    <dgm:pt modelId="{61D121BA-1483-461F-B165-A7B7A06CB6E8}" type="sibTrans" cxnId="{F64637EF-AAB5-4AF9-A9FC-2CD2A8C87F5A}">
      <dgm:prSet/>
      <dgm:spPr/>
      <dgm:t>
        <a:bodyPr/>
        <a:lstStyle/>
        <a:p>
          <a:endParaRPr lang="en-US"/>
        </a:p>
      </dgm:t>
    </dgm:pt>
    <dgm:pt modelId="{561490D4-C568-4809-B15D-5DE941B3142E}" type="pres">
      <dgm:prSet presAssocID="{7B3B0C89-9DCD-4F43-A873-955CF4422B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18B4-9539-48D5-870E-94468D4AEEED}" type="pres">
      <dgm:prSet presAssocID="{B24ABC18-ED44-4CAC-A7ED-545F3689FFCE}" presName="hierRoot1" presStyleCnt="0"/>
      <dgm:spPr/>
    </dgm:pt>
    <dgm:pt modelId="{D7BDCFC7-E231-43BF-8B5A-46738A4E10C5}" type="pres">
      <dgm:prSet presAssocID="{B24ABC18-ED44-4CAC-A7ED-545F3689FFCE}" presName="composite" presStyleCnt="0"/>
      <dgm:spPr/>
    </dgm:pt>
    <dgm:pt modelId="{05DDD42B-D258-4D01-98A9-710AD9174C66}" type="pres">
      <dgm:prSet presAssocID="{B24ABC18-ED44-4CAC-A7ED-545F3689FFCE}" presName="background" presStyleLbl="node0" presStyleIdx="0" presStyleCnt="1"/>
      <dgm:spPr/>
    </dgm:pt>
    <dgm:pt modelId="{519E2000-1BBB-43A8-886A-1EE76EABEEC6}" type="pres">
      <dgm:prSet presAssocID="{B24ABC18-ED44-4CAC-A7ED-545F3689FFCE}" presName="text" presStyleLbl="fgAcc0" presStyleIdx="0" presStyleCnt="1">
        <dgm:presLayoutVars>
          <dgm:chPref val="3"/>
        </dgm:presLayoutVars>
      </dgm:prSet>
      <dgm:spPr/>
    </dgm:pt>
    <dgm:pt modelId="{B9DFAEB5-3A10-48CE-B050-484D07A386F3}" type="pres">
      <dgm:prSet presAssocID="{B24ABC18-ED44-4CAC-A7ED-545F3689FFCE}" presName="hierChild2" presStyleCnt="0"/>
      <dgm:spPr/>
    </dgm:pt>
    <dgm:pt modelId="{6A442F23-0971-40DB-8C1E-B4BB7C40785E}" type="pres">
      <dgm:prSet presAssocID="{21146282-6535-4DC3-88CF-E71FE034FB25}" presName="Name10" presStyleLbl="parChTrans1D2" presStyleIdx="0" presStyleCnt="4"/>
      <dgm:spPr/>
    </dgm:pt>
    <dgm:pt modelId="{F7F2EA14-E1E8-44B8-A29B-EBA936535BB0}" type="pres">
      <dgm:prSet presAssocID="{A66658F8-EC4D-4BC0-A3ED-C1533C1CA51A}" presName="hierRoot2" presStyleCnt="0"/>
      <dgm:spPr/>
    </dgm:pt>
    <dgm:pt modelId="{222B2C98-D8C6-4AC0-A843-35CBC5B1ADC7}" type="pres">
      <dgm:prSet presAssocID="{A66658F8-EC4D-4BC0-A3ED-C1533C1CA51A}" presName="composite2" presStyleCnt="0"/>
      <dgm:spPr/>
    </dgm:pt>
    <dgm:pt modelId="{290C1ADE-53F4-4C0E-9015-1DB442FE84B9}" type="pres">
      <dgm:prSet presAssocID="{A66658F8-EC4D-4BC0-A3ED-C1533C1CA51A}" presName="background2" presStyleLbl="node2" presStyleIdx="0" presStyleCnt="4"/>
      <dgm:spPr/>
    </dgm:pt>
    <dgm:pt modelId="{0E482735-19F6-40BB-BE22-79C1DF463D80}" type="pres">
      <dgm:prSet presAssocID="{A66658F8-EC4D-4BC0-A3ED-C1533C1CA51A}" presName="text2" presStyleLbl="fgAcc2" presStyleIdx="0" presStyleCnt="4">
        <dgm:presLayoutVars>
          <dgm:chPref val="3"/>
        </dgm:presLayoutVars>
      </dgm:prSet>
      <dgm:spPr/>
    </dgm:pt>
    <dgm:pt modelId="{B490D181-6601-40F9-B245-905158C2B6FE}" type="pres">
      <dgm:prSet presAssocID="{A66658F8-EC4D-4BC0-A3ED-C1533C1CA51A}" presName="hierChild3" presStyleCnt="0"/>
      <dgm:spPr/>
    </dgm:pt>
    <dgm:pt modelId="{44DDE2D0-D813-47CC-BF62-D88791C456EA}" type="pres">
      <dgm:prSet presAssocID="{8A23B326-5DFA-45CC-88A4-539F3F1C0288}" presName="Name17" presStyleLbl="parChTrans1D3" presStyleIdx="0" presStyleCnt="5"/>
      <dgm:spPr/>
    </dgm:pt>
    <dgm:pt modelId="{EF3849FE-ECC2-4CD6-ADB5-43BCC5F94A01}" type="pres">
      <dgm:prSet presAssocID="{EF98BB57-C6D4-4824-982F-8DA4B6E487ED}" presName="hierRoot3" presStyleCnt="0"/>
      <dgm:spPr/>
    </dgm:pt>
    <dgm:pt modelId="{31BB080B-AC55-49C6-A9F6-A5683EC7DA0D}" type="pres">
      <dgm:prSet presAssocID="{EF98BB57-C6D4-4824-982F-8DA4B6E487ED}" presName="composite3" presStyleCnt="0"/>
      <dgm:spPr/>
    </dgm:pt>
    <dgm:pt modelId="{EDB63E20-94DF-43B4-B7CE-8AEDB1FBB885}" type="pres">
      <dgm:prSet presAssocID="{EF98BB57-C6D4-4824-982F-8DA4B6E487ED}" presName="background3" presStyleLbl="node3" presStyleIdx="0" presStyleCnt="5"/>
      <dgm:spPr/>
    </dgm:pt>
    <dgm:pt modelId="{4D5B9596-7E9B-4BF1-9480-17987F46B856}" type="pres">
      <dgm:prSet presAssocID="{EF98BB57-C6D4-4824-982F-8DA4B6E487ED}" presName="text3" presStyleLbl="fgAcc3" presStyleIdx="0" presStyleCnt="5">
        <dgm:presLayoutVars>
          <dgm:chPref val="3"/>
        </dgm:presLayoutVars>
      </dgm:prSet>
      <dgm:spPr/>
    </dgm:pt>
    <dgm:pt modelId="{DF99A318-76DA-4976-AD12-FEA8D235D3E7}" type="pres">
      <dgm:prSet presAssocID="{EF98BB57-C6D4-4824-982F-8DA4B6E487ED}" presName="hierChild4" presStyleCnt="0"/>
      <dgm:spPr/>
    </dgm:pt>
    <dgm:pt modelId="{12BC2AE4-AF0F-430E-9299-85FCCFC31F61}" type="pres">
      <dgm:prSet presAssocID="{D99AF7D9-6CFF-4332-B07E-A125BED64A1B}" presName="Name17" presStyleLbl="parChTrans1D3" presStyleIdx="1" presStyleCnt="5"/>
      <dgm:spPr/>
    </dgm:pt>
    <dgm:pt modelId="{D46D0AF2-7591-4F43-B5A2-F3DA1C49A24D}" type="pres">
      <dgm:prSet presAssocID="{4A82FD27-7333-4DE1-8BF2-8A974E3941C0}" presName="hierRoot3" presStyleCnt="0"/>
      <dgm:spPr/>
    </dgm:pt>
    <dgm:pt modelId="{A8609116-9401-4635-8E58-AD773BBF4C89}" type="pres">
      <dgm:prSet presAssocID="{4A82FD27-7333-4DE1-8BF2-8A974E3941C0}" presName="composite3" presStyleCnt="0"/>
      <dgm:spPr/>
    </dgm:pt>
    <dgm:pt modelId="{E6376D4D-8226-4B21-AF79-0B139BEEEE47}" type="pres">
      <dgm:prSet presAssocID="{4A82FD27-7333-4DE1-8BF2-8A974E3941C0}" presName="background3" presStyleLbl="node3" presStyleIdx="1" presStyleCnt="5"/>
      <dgm:spPr/>
    </dgm:pt>
    <dgm:pt modelId="{FE300AF4-CD51-4CFF-A17B-3FC4327069E8}" type="pres">
      <dgm:prSet presAssocID="{4A82FD27-7333-4DE1-8BF2-8A974E3941C0}" presName="text3" presStyleLbl="fgAcc3" presStyleIdx="1" presStyleCnt="5">
        <dgm:presLayoutVars>
          <dgm:chPref val="3"/>
        </dgm:presLayoutVars>
      </dgm:prSet>
      <dgm:spPr/>
    </dgm:pt>
    <dgm:pt modelId="{941374AD-A887-46CD-936D-8FD595FB1CF5}" type="pres">
      <dgm:prSet presAssocID="{4A82FD27-7333-4DE1-8BF2-8A974E3941C0}" presName="hierChild4" presStyleCnt="0"/>
      <dgm:spPr/>
    </dgm:pt>
    <dgm:pt modelId="{F9123898-81B7-4922-92F3-506B21A8D41B}" type="pres">
      <dgm:prSet presAssocID="{117E036F-92F5-4428-8092-959BA424760C}" presName="Name17" presStyleLbl="parChTrans1D3" presStyleIdx="2" presStyleCnt="5"/>
      <dgm:spPr/>
    </dgm:pt>
    <dgm:pt modelId="{EAA71231-94FE-4617-9195-B83FA0DF0635}" type="pres">
      <dgm:prSet presAssocID="{3B789750-8FC9-4AA8-9DB6-FA28894F7527}" presName="hierRoot3" presStyleCnt="0"/>
      <dgm:spPr/>
    </dgm:pt>
    <dgm:pt modelId="{3A63AB3B-E6FB-409D-9B21-5523F1A23A51}" type="pres">
      <dgm:prSet presAssocID="{3B789750-8FC9-4AA8-9DB6-FA28894F7527}" presName="composite3" presStyleCnt="0"/>
      <dgm:spPr/>
    </dgm:pt>
    <dgm:pt modelId="{4A05C4F3-8209-48CA-B5E7-FE5D8E41B2A8}" type="pres">
      <dgm:prSet presAssocID="{3B789750-8FC9-4AA8-9DB6-FA28894F7527}" presName="background3" presStyleLbl="node3" presStyleIdx="2" presStyleCnt="5"/>
      <dgm:spPr/>
    </dgm:pt>
    <dgm:pt modelId="{46E14437-14E0-4FE0-9BB7-A8D098046DF7}" type="pres">
      <dgm:prSet presAssocID="{3B789750-8FC9-4AA8-9DB6-FA28894F7527}" presName="text3" presStyleLbl="fgAcc3" presStyleIdx="2" presStyleCnt="5" custLinFactNeighborX="5556" custLinFactNeighborY="-3732">
        <dgm:presLayoutVars>
          <dgm:chPref val="3"/>
        </dgm:presLayoutVars>
      </dgm:prSet>
      <dgm:spPr/>
    </dgm:pt>
    <dgm:pt modelId="{EEE6AADC-0BF1-46EA-92E4-1F93538605B2}" type="pres">
      <dgm:prSet presAssocID="{3B789750-8FC9-4AA8-9DB6-FA28894F7527}" presName="hierChild4" presStyleCnt="0"/>
      <dgm:spPr/>
    </dgm:pt>
    <dgm:pt modelId="{827F7998-8EC5-4E4E-92EC-D9AEF04014D3}" type="pres">
      <dgm:prSet presAssocID="{2E02E4EF-79C0-46F8-93E1-061095E31812}" presName="Name17" presStyleLbl="parChTrans1D3" presStyleIdx="3" presStyleCnt="5"/>
      <dgm:spPr/>
    </dgm:pt>
    <dgm:pt modelId="{EC2308D8-04A7-4037-A655-624C510FCCCD}" type="pres">
      <dgm:prSet presAssocID="{6E7187CB-9C3F-4AFB-88A2-1FDFA12019CF}" presName="hierRoot3" presStyleCnt="0"/>
      <dgm:spPr/>
    </dgm:pt>
    <dgm:pt modelId="{98E5B288-D794-47DE-B7AB-4C1F03EEA4D2}" type="pres">
      <dgm:prSet presAssocID="{6E7187CB-9C3F-4AFB-88A2-1FDFA12019CF}" presName="composite3" presStyleCnt="0"/>
      <dgm:spPr/>
    </dgm:pt>
    <dgm:pt modelId="{0D44152D-DA50-4850-92F4-C10682FE2B60}" type="pres">
      <dgm:prSet presAssocID="{6E7187CB-9C3F-4AFB-88A2-1FDFA12019CF}" presName="background3" presStyleLbl="node3" presStyleIdx="3" presStyleCnt="5"/>
      <dgm:spPr/>
    </dgm:pt>
    <dgm:pt modelId="{79FE61C3-1F30-4EB8-9066-CD4E672F38BA}" type="pres">
      <dgm:prSet presAssocID="{6E7187CB-9C3F-4AFB-88A2-1FDFA12019CF}" presName="text3" presStyleLbl="fgAcc3" presStyleIdx="3" presStyleCnt="5" custLinFactNeighborX="-4748" custLinFactNeighborY="-3732">
        <dgm:presLayoutVars>
          <dgm:chPref val="3"/>
        </dgm:presLayoutVars>
      </dgm:prSet>
      <dgm:spPr/>
    </dgm:pt>
    <dgm:pt modelId="{5A739C2A-2995-4A77-B07E-6DFBE7805FE3}" type="pres">
      <dgm:prSet presAssocID="{6E7187CB-9C3F-4AFB-88A2-1FDFA12019CF}" presName="hierChild4" presStyleCnt="0"/>
      <dgm:spPr/>
    </dgm:pt>
    <dgm:pt modelId="{45A78C5C-27D0-4696-B314-7E3BF118032E}" type="pres">
      <dgm:prSet presAssocID="{6AD8454E-1951-4B85-8EB5-D31778C176F4}" presName="Name23" presStyleLbl="parChTrans1D4" presStyleIdx="0" presStyleCnt="4"/>
      <dgm:spPr/>
    </dgm:pt>
    <dgm:pt modelId="{888C8D6B-7C70-4EDF-ACF3-14D58BC1EDC3}" type="pres">
      <dgm:prSet presAssocID="{C08A5EFD-823E-47D1-BD0A-60348F3C1A2A}" presName="hierRoot4" presStyleCnt="0"/>
      <dgm:spPr/>
    </dgm:pt>
    <dgm:pt modelId="{C5CAE227-643E-4784-97A3-9E59BC449F47}" type="pres">
      <dgm:prSet presAssocID="{C08A5EFD-823E-47D1-BD0A-60348F3C1A2A}" presName="composite4" presStyleCnt="0"/>
      <dgm:spPr/>
    </dgm:pt>
    <dgm:pt modelId="{A602A2EF-EFE2-482F-ABE6-B8C52541AC1B}" type="pres">
      <dgm:prSet presAssocID="{C08A5EFD-823E-47D1-BD0A-60348F3C1A2A}" presName="background4" presStyleLbl="node4" presStyleIdx="0" presStyleCnt="4"/>
      <dgm:spPr/>
    </dgm:pt>
    <dgm:pt modelId="{22697958-DAA0-418F-80EC-58BD56CFF632}" type="pres">
      <dgm:prSet presAssocID="{C08A5EFD-823E-47D1-BD0A-60348F3C1A2A}" presName="text4" presStyleLbl="fgAcc4" presStyleIdx="0" presStyleCnt="4">
        <dgm:presLayoutVars>
          <dgm:chPref val="3"/>
        </dgm:presLayoutVars>
      </dgm:prSet>
      <dgm:spPr/>
    </dgm:pt>
    <dgm:pt modelId="{ED04491D-EA06-4ED9-B0A8-59880091DBD4}" type="pres">
      <dgm:prSet presAssocID="{C08A5EFD-823E-47D1-BD0A-60348F3C1A2A}" presName="hierChild5" presStyleCnt="0"/>
      <dgm:spPr/>
    </dgm:pt>
    <dgm:pt modelId="{CE446127-B555-42F8-8AEB-5E371217F42B}" type="pres">
      <dgm:prSet presAssocID="{0C862F99-8F7D-4547-91EF-0DCE9C454252}" presName="Name23" presStyleLbl="parChTrans1D4" presStyleIdx="1" presStyleCnt="4"/>
      <dgm:spPr/>
    </dgm:pt>
    <dgm:pt modelId="{B0613D1A-E883-4A06-B271-4E51C992058B}" type="pres">
      <dgm:prSet presAssocID="{13406C51-A92D-44E8-BE61-3E1303935069}" presName="hierRoot4" presStyleCnt="0"/>
      <dgm:spPr/>
    </dgm:pt>
    <dgm:pt modelId="{6D170224-6E46-4280-81BB-9F05B872E04B}" type="pres">
      <dgm:prSet presAssocID="{13406C51-A92D-44E8-BE61-3E1303935069}" presName="composite4" presStyleCnt="0"/>
      <dgm:spPr/>
    </dgm:pt>
    <dgm:pt modelId="{219877FC-FD85-41F1-8D0D-A6608CC3FA8E}" type="pres">
      <dgm:prSet presAssocID="{13406C51-A92D-44E8-BE61-3E1303935069}" presName="background4" presStyleLbl="node4" presStyleIdx="1" presStyleCnt="4"/>
      <dgm:spPr/>
    </dgm:pt>
    <dgm:pt modelId="{984F53ED-C2B9-4FD6-B26D-010C4124D818}" type="pres">
      <dgm:prSet presAssocID="{13406C51-A92D-44E8-BE61-3E1303935069}" presName="text4" presStyleLbl="fgAcc4" presStyleIdx="1" presStyleCnt="4">
        <dgm:presLayoutVars>
          <dgm:chPref val="3"/>
        </dgm:presLayoutVars>
      </dgm:prSet>
      <dgm:spPr/>
    </dgm:pt>
    <dgm:pt modelId="{B07CC252-780F-4704-86AF-ACC8FE866863}" type="pres">
      <dgm:prSet presAssocID="{13406C51-A92D-44E8-BE61-3E1303935069}" presName="hierChild5" presStyleCnt="0"/>
      <dgm:spPr/>
    </dgm:pt>
    <dgm:pt modelId="{25638CBF-B37F-4D52-A53C-8090FB43EDB4}" type="pres">
      <dgm:prSet presAssocID="{34CFEDBA-93D5-4EAA-A4FA-D6F4E7ECADB7}" presName="Name23" presStyleLbl="parChTrans1D4" presStyleIdx="2" presStyleCnt="4"/>
      <dgm:spPr/>
    </dgm:pt>
    <dgm:pt modelId="{35D8DB3F-0B03-4BE3-81EF-9707D245B459}" type="pres">
      <dgm:prSet presAssocID="{C833B051-6CC0-4628-AAAF-1AEAD66339A8}" presName="hierRoot4" presStyleCnt="0"/>
      <dgm:spPr/>
    </dgm:pt>
    <dgm:pt modelId="{E9925073-27A0-4303-ABC5-EFC5F37B8865}" type="pres">
      <dgm:prSet presAssocID="{C833B051-6CC0-4628-AAAF-1AEAD66339A8}" presName="composite4" presStyleCnt="0"/>
      <dgm:spPr/>
    </dgm:pt>
    <dgm:pt modelId="{D5DC5DBD-2E95-498C-94D6-B2CFCDAE8960}" type="pres">
      <dgm:prSet presAssocID="{C833B051-6CC0-4628-AAAF-1AEAD66339A8}" presName="background4" presStyleLbl="node4" presStyleIdx="2" presStyleCnt="4"/>
      <dgm:spPr/>
    </dgm:pt>
    <dgm:pt modelId="{17AA1E4A-8358-45EC-B4E7-15EEFF2EB736}" type="pres">
      <dgm:prSet presAssocID="{C833B051-6CC0-4628-AAAF-1AEAD66339A8}" presName="text4" presStyleLbl="fgAcc4" presStyleIdx="2" presStyleCnt="4">
        <dgm:presLayoutVars>
          <dgm:chPref val="3"/>
        </dgm:presLayoutVars>
      </dgm:prSet>
      <dgm:spPr/>
    </dgm:pt>
    <dgm:pt modelId="{102BC852-D13B-4C82-9C31-D59007F3D0BC}" type="pres">
      <dgm:prSet presAssocID="{C833B051-6CC0-4628-AAAF-1AEAD66339A8}" presName="hierChild5" presStyleCnt="0"/>
      <dgm:spPr/>
    </dgm:pt>
    <dgm:pt modelId="{E1CB1EEC-7568-416C-8175-BFA98BFDEE42}" type="pres">
      <dgm:prSet presAssocID="{A80EA968-2232-49B1-9FDD-AC478606F5B0}" presName="Name23" presStyleLbl="parChTrans1D4" presStyleIdx="3" presStyleCnt="4"/>
      <dgm:spPr/>
    </dgm:pt>
    <dgm:pt modelId="{295BFCF0-EF53-4319-BE28-EF06261BD6A8}" type="pres">
      <dgm:prSet presAssocID="{F33F3718-CC03-4AE9-BFC1-EF17F3089E06}" presName="hierRoot4" presStyleCnt="0"/>
      <dgm:spPr/>
    </dgm:pt>
    <dgm:pt modelId="{997D4497-639C-4D71-A912-50F1CF424CBA}" type="pres">
      <dgm:prSet presAssocID="{F33F3718-CC03-4AE9-BFC1-EF17F3089E06}" presName="composite4" presStyleCnt="0"/>
      <dgm:spPr/>
    </dgm:pt>
    <dgm:pt modelId="{5B013F6F-6813-44B8-8D37-BDF03892E7DB}" type="pres">
      <dgm:prSet presAssocID="{F33F3718-CC03-4AE9-BFC1-EF17F3089E06}" presName="background4" presStyleLbl="node4" presStyleIdx="3" presStyleCnt="4"/>
      <dgm:spPr/>
    </dgm:pt>
    <dgm:pt modelId="{2F50F7A5-C7EB-4BC4-8C83-2AA0CADD329F}" type="pres">
      <dgm:prSet presAssocID="{F33F3718-CC03-4AE9-BFC1-EF17F3089E06}" presName="text4" presStyleLbl="fgAcc4" presStyleIdx="3" presStyleCnt="4">
        <dgm:presLayoutVars>
          <dgm:chPref val="3"/>
        </dgm:presLayoutVars>
      </dgm:prSet>
      <dgm:spPr/>
    </dgm:pt>
    <dgm:pt modelId="{E3051BFC-4D09-411F-B50F-59E61EBC19DE}" type="pres">
      <dgm:prSet presAssocID="{F33F3718-CC03-4AE9-BFC1-EF17F3089E06}" presName="hierChild5" presStyleCnt="0"/>
      <dgm:spPr/>
    </dgm:pt>
    <dgm:pt modelId="{9AE7D01C-F38F-4DBE-8249-CC803D746494}" type="pres">
      <dgm:prSet presAssocID="{C8AEA415-80EA-49D2-BBFE-67A6BA7274BB}" presName="Name17" presStyleLbl="parChTrans1D3" presStyleIdx="4" presStyleCnt="5"/>
      <dgm:spPr/>
    </dgm:pt>
    <dgm:pt modelId="{F5B62802-891A-4530-B128-F94CB95FBB91}" type="pres">
      <dgm:prSet presAssocID="{BA883EE2-A756-4225-AD88-1BD1A2C684FB}" presName="hierRoot3" presStyleCnt="0"/>
      <dgm:spPr/>
    </dgm:pt>
    <dgm:pt modelId="{64F3A72B-1D42-4C1F-87AA-1FA709252D44}" type="pres">
      <dgm:prSet presAssocID="{BA883EE2-A756-4225-AD88-1BD1A2C684FB}" presName="composite3" presStyleCnt="0"/>
      <dgm:spPr/>
    </dgm:pt>
    <dgm:pt modelId="{52C45095-216A-414D-A986-C3139B8D594A}" type="pres">
      <dgm:prSet presAssocID="{BA883EE2-A756-4225-AD88-1BD1A2C684FB}" presName="background3" presStyleLbl="node3" presStyleIdx="4" presStyleCnt="5"/>
      <dgm:spPr/>
    </dgm:pt>
    <dgm:pt modelId="{1FC86F0B-2958-44D0-A57D-A4313D0A8E8E}" type="pres">
      <dgm:prSet presAssocID="{BA883EE2-A756-4225-AD88-1BD1A2C684FB}" presName="text3" presStyleLbl="fgAcc3" presStyleIdx="4" presStyleCnt="5" custLinFactNeighborX="231" custLinFactNeighborY="-4165">
        <dgm:presLayoutVars>
          <dgm:chPref val="3"/>
        </dgm:presLayoutVars>
      </dgm:prSet>
      <dgm:spPr/>
    </dgm:pt>
    <dgm:pt modelId="{6329928E-A672-46CA-890E-DCFF087614EE}" type="pres">
      <dgm:prSet presAssocID="{BA883EE2-A756-4225-AD88-1BD1A2C684FB}" presName="hierChild4" presStyleCnt="0"/>
      <dgm:spPr/>
    </dgm:pt>
    <dgm:pt modelId="{7D580D91-52C8-4F06-A961-91992CDF0AAF}" type="pres">
      <dgm:prSet presAssocID="{1BB0A10D-4D99-44E6-AB24-8B4B80A12417}" presName="Name10" presStyleLbl="parChTrans1D2" presStyleIdx="1" presStyleCnt="4"/>
      <dgm:spPr/>
    </dgm:pt>
    <dgm:pt modelId="{C23677EC-C883-41D3-B5EB-35C241381FE9}" type="pres">
      <dgm:prSet presAssocID="{35AA79E9-DDDA-4F9A-8D05-234391CA6591}" presName="hierRoot2" presStyleCnt="0"/>
      <dgm:spPr/>
    </dgm:pt>
    <dgm:pt modelId="{6CBA59CD-A566-48B1-A11D-0DC856FB3CFC}" type="pres">
      <dgm:prSet presAssocID="{35AA79E9-DDDA-4F9A-8D05-234391CA6591}" presName="composite2" presStyleCnt="0"/>
      <dgm:spPr/>
    </dgm:pt>
    <dgm:pt modelId="{2606BDD1-4BE5-4F1B-879F-77BE5DDCB04C}" type="pres">
      <dgm:prSet presAssocID="{35AA79E9-DDDA-4F9A-8D05-234391CA6591}" presName="background2" presStyleLbl="node2" presStyleIdx="1" presStyleCnt="4"/>
      <dgm:spPr/>
    </dgm:pt>
    <dgm:pt modelId="{05D4CB95-EAE9-483A-8A91-E58BB45C46B2}" type="pres">
      <dgm:prSet presAssocID="{35AA79E9-DDDA-4F9A-8D05-234391CA6591}" presName="text2" presStyleLbl="fgAcc2" presStyleIdx="1" presStyleCnt="4" custLinFactNeighborX="-959" custLinFactNeighborY="-3677">
        <dgm:presLayoutVars>
          <dgm:chPref val="3"/>
        </dgm:presLayoutVars>
      </dgm:prSet>
      <dgm:spPr/>
    </dgm:pt>
    <dgm:pt modelId="{6EEEDF79-FC7C-4252-B697-1EC32C7CDFCA}" type="pres">
      <dgm:prSet presAssocID="{35AA79E9-DDDA-4F9A-8D05-234391CA6591}" presName="hierChild3" presStyleCnt="0"/>
      <dgm:spPr/>
    </dgm:pt>
    <dgm:pt modelId="{96E80FB1-B5CF-4A1D-B936-E2B51F41D0F0}" type="pres">
      <dgm:prSet presAssocID="{B81B7F59-520D-420F-9B1D-D3ED627904CF}" presName="Name10" presStyleLbl="parChTrans1D2" presStyleIdx="2" presStyleCnt="4"/>
      <dgm:spPr/>
    </dgm:pt>
    <dgm:pt modelId="{458829ED-2519-44B8-BA8D-93D806D3935D}" type="pres">
      <dgm:prSet presAssocID="{441AF631-E741-4715-B5E2-3F63359F4907}" presName="hierRoot2" presStyleCnt="0"/>
      <dgm:spPr/>
    </dgm:pt>
    <dgm:pt modelId="{CAA7EBEE-E6F0-41B1-96A4-5752790A635F}" type="pres">
      <dgm:prSet presAssocID="{441AF631-E741-4715-B5E2-3F63359F4907}" presName="composite2" presStyleCnt="0"/>
      <dgm:spPr/>
    </dgm:pt>
    <dgm:pt modelId="{494825BA-59F1-4A83-BDF7-AFA8C6AADC84}" type="pres">
      <dgm:prSet presAssocID="{441AF631-E741-4715-B5E2-3F63359F4907}" presName="background2" presStyleLbl="node2" presStyleIdx="2" presStyleCnt="4"/>
      <dgm:spPr/>
    </dgm:pt>
    <dgm:pt modelId="{C4D7ED0A-5737-4516-BF9A-72326BCC0FC3}" type="pres">
      <dgm:prSet presAssocID="{441AF631-E741-4715-B5E2-3F63359F4907}" presName="text2" presStyleLbl="fgAcc2" presStyleIdx="2" presStyleCnt="4">
        <dgm:presLayoutVars>
          <dgm:chPref val="3"/>
        </dgm:presLayoutVars>
      </dgm:prSet>
      <dgm:spPr/>
    </dgm:pt>
    <dgm:pt modelId="{A6070146-804E-4DC8-8D3F-A3421CA255DB}" type="pres">
      <dgm:prSet presAssocID="{441AF631-E741-4715-B5E2-3F63359F4907}" presName="hierChild3" presStyleCnt="0"/>
      <dgm:spPr/>
    </dgm:pt>
    <dgm:pt modelId="{21A7F8A2-1062-4AA5-8797-57DC9BF74858}" type="pres">
      <dgm:prSet presAssocID="{F2518138-D8C4-4B26-8A75-999678BDF6A6}" presName="Name10" presStyleLbl="parChTrans1D2" presStyleIdx="3" presStyleCnt="4"/>
      <dgm:spPr/>
    </dgm:pt>
    <dgm:pt modelId="{D7FA64EB-DD5E-4AC2-8816-637B80042F85}" type="pres">
      <dgm:prSet presAssocID="{7F141666-14DF-4E1E-AF67-222E1567DCC5}" presName="hierRoot2" presStyleCnt="0"/>
      <dgm:spPr/>
    </dgm:pt>
    <dgm:pt modelId="{5CB93A98-6CCF-4CFF-A33C-3974ABAE2515}" type="pres">
      <dgm:prSet presAssocID="{7F141666-14DF-4E1E-AF67-222E1567DCC5}" presName="composite2" presStyleCnt="0"/>
      <dgm:spPr/>
    </dgm:pt>
    <dgm:pt modelId="{594618C3-A4F7-457F-AA51-4F449D78C4E7}" type="pres">
      <dgm:prSet presAssocID="{7F141666-14DF-4E1E-AF67-222E1567DCC5}" presName="background2" presStyleLbl="node2" presStyleIdx="3" presStyleCnt="4"/>
      <dgm:spPr/>
    </dgm:pt>
    <dgm:pt modelId="{434F8915-2C90-45C5-B7FB-13258D79A4DF}" type="pres">
      <dgm:prSet presAssocID="{7F141666-14DF-4E1E-AF67-222E1567DCC5}" presName="text2" presStyleLbl="fgAcc2" presStyleIdx="3" presStyleCnt="4">
        <dgm:presLayoutVars>
          <dgm:chPref val="3"/>
        </dgm:presLayoutVars>
      </dgm:prSet>
      <dgm:spPr/>
    </dgm:pt>
    <dgm:pt modelId="{1EEA24FC-A64F-4DDA-A6BE-889797AD323A}" type="pres">
      <dgm:prSet presAssocID="{7F141666-14DF-4E1E-AF67-222E1567DCC5}" presName="hierChild3" presStyleCnt="0"/>
      <dgm:spPr/>
    </dgm:pt>
  </dgm:ptLst>
  <dgm:cxnLst>
    <dgm:cxn modelId="{DF7C1100-9009-43C9-B1A3-DB9B351D213C}" type="presOf" srcId="{B81B7F59-520D-420F-9B1D-D3ED627904CF}" destId="{96E80FB1-B5CF-4A1D-B936-E2B51F41D0F0}" srcOrd="0" destOrd="0" presId="urn:microsoft.com/office/officeart/2005/8/layout/hierarchy1"/>
    <dgm:cxn modelId="{B6E70B0B-16D2-4F73-9236-F4A941D5E372}" srcId="{A66658F8-EC4D-4BC0-A3ED-C1533C1CA51A}" destId="{3B789750-8FC9-4AA8-9DB6-FA28894F7527}" srcOrd="2" destOrd="0" parTransId="{117E036F-92F5-4428-8092-959BA424760C}" sibTransId="{690957AB-A163-43C8-B6AC-E25E93041E9E}"/>
    <dgm:cxn modelId="{6D99830C-5EF6-4045-AF81-ADFA5C6EEC9E}" type="presOf" srcId="{F2518138-D8C4-4B26-8A75-999678BDF6A6}" destId="{21A7F8A2-1062-4AA5-8797-57DC9BF74858}" srcOrd="0" destOrd="0" presId="urn:microsoft.com/office/officeart/2005/8/layout/hierarchy1"/>
    <dgm:cxn modelId="{4457A90C-171F-42F1-9BBA-17058C806EA7}" type="presOf" srcId="{D99AF7D9-6CFF-4332-B07E-A125BED64A1B}" destId="{12BC2AE4-AF0F-430E-9299-85FCCFC31F61}" srcOrd="0" destOrd="0" presId="urn:microsoft.com/office/officeart/2005/8/layout/hierarchy1"/>
    <dgm:cxn modelId="{24E7630E-38E3-4092-98F4-87843537F2D8}" srcId="{A66658F8-EC4D-4BC0-A3ED-C1533C1CA51A}" destId="{4A82FD27-7333-4DE1-8BF2-8A974E3941C0}" srcOrd="1" destOrd="0" parTransId="{D99AF7D9-6CFF-4332-B07E-A125BED64A1B}" sibTransId="{D557BD37-2412-45CF-BC64-FA213BDA15F9}"/>
    <dgm:cxn modelId="{E1A2C10E-489C-4474-AC57-7B98BCFAAA7C}" srcId="{6E7187CB-9C3F-4AFB-88A2-1FDFA12019CF}" destId="{13406C51-A92D-44E8-BE61-3E1303935069}" srcOrd="1" destOrd="0" parTransId="{0C862F99-8F7D-4547-91EF-0DCE9C454252}" sibTransId="{A055F53C-22D6-4307-9026-22027907371D}"/>
    <dgm:cxn modelId="{5E414D0F-7A9C-460C-B0E6-E8D40129FC31}" type="presOf" srcId="{7F141666-14DF-4E1E-AF67-222E1567DCC5}" destId="{434F8915-2C90-45C5-B7FB-13258D79A4DF}" srcOrd="0" destOrd="0" presId="urn:microsoft.com/office/officeart/2005/8/layout/hierarchy1"/>
    <dgm:cxn modelId="{25B33212-8B11-4C3B-9467-518BBE9E0412}" type="presOf" srcId="{34CFEDBA-93D5-4EAA-A4FA-D6F4E7ECADB7}" destId="{25638CBF-B37F-4D52-A53C-8090FB43EDB4}" srcOrd="0" destOrd="0" presId="urn:microsoft.com/office/officeart/2005/8/layout/hierarchy1"/>
    <dgm:cxn modelId="{2202A01D-A377-4F63-8A10-DA74894A512E}" type="presOf" srcId="{8A23B326-5DFA-45CC-88A4-539F3F1C0288}" destId="{44DDE2D0-D813-47CC-BF62-D88791C456EA}" srcOrd="0" destOrd="0" presId="urn:microsoft.com/office/officeart/2005/8/layout/hierarchy1"/>
    <dgm:cxn modelId="{77943727-2DCD-4C7D-A0C3-087E27CA8BAA}" type="presOf" srcId="{A66658F8-EC4D-4BC0-A3ED-C1533C1CA51A}" destId="{0E482735-19F6-40BB-BE22-79C1DF463D80}" srcOrd="0" destOrd="0" presId="urn:microsoft.com/office/officeart/2005/8/layout/hierarchy1"/>
    <dgm:cxn modelId="{6D5C322C-2FB2-4B28-BA67-20205C480E01}" type="presOf" srcId="{BA883EE2-A756-4225-AD88-1BD1A2C684FB}" destId="{1FC86F0B-2958-44D0-A57D-A4313D0A8E8E}" srcOrd="0" destOrd="0" presId="urn:microsoft.com/office/officeart/2005/8/layout/hierarchy1"/>
    <dgm:cxn modelId="{FD43E12E-C02F-4E6E-A5BB-B5D74B40D618}" type="presOf" srcId="{1BB0A10D-4D99-44E6-AB24-8B4B80A12417}" destId="{7D580D91-52C8-4F06-A961-91992CDF0AAF}" srcOrd="0" destOrd="0" presId="urn:microsoft.com/office/officeart/2005/8/layout/hierarchy1"/>
    <dgm:cxn modelId="{8D4FDD3D-B4BE-454E-A9F5-B4B8109F76FA}" type="presOf" srcId="{117E036F-92F5-4428-8092-959BA424760C}" destId="{F9123898-81B7-4922-92F3-506B21A8D41B}" srcOrd="0" destOrd="0" presId="urn:microsoft.com/office/officeart/2005/8/layout/hierarchy1"/>
    <dgm:cxn modelId="{BDEECD41-FE17-4E4C-B63C-A6FA9AAE57C1}" type="presOf" srcId="{A80EA968-2232-49B1-9FDD-AC478606F5B0}" destId="{E1CB1EEC-7568-416C-8175-BFA98BFDEE42}" srcOrd="0" destOrd="0" presId="urn:microsoft.com/office/officeart/2005/8/layout/hierarchy1"/>
    <dgm:cxn modelId="{2841EC45-8B5F-4DC1-8089-ECBF0C00FB41}" srcId="{6E7187CB-9C3F-4AFB-88A2-1FDFA12019CF}" destId="{F33F3718-CC03-4AE9-BFC1-EF17F3089E06}" srcOrd="3" destOrd="0" parTransId="{A80EA968-2232-49B1-9FDD-AC478606F5B0}" sibTransId="{5EA01873-B67D-4150-8EBB-6961B86D2157}"/>
    <dgm:cxn modelId="{EB567348-77A8-4D84-98E0-9FE7793265DB}" srcId="{B24ABC18-ED44-4CAC-A7ED-545F3689FFCE}" destId="{7F141666-14DF-4E1E-AF67-222E1567DCC5}" srcOrd="3" destOrd="0" parTransId="{F2518138-D8C4-4B26-8A75-999678BDF6A6}" sibTransId="{36D2C472-B847-40CA-A39D-1A4CCBC4050D}"/>
    <dgm:cxn modelId="{2E39D748-4354-47EC-85C6-69DA5EA1C642}" type="presOf" srcId="{C833B051-6CC0-4628-AAAF-1AEAD66339A8}" destId="{17AA1E4A-8358-45EC-B4E7-15EEFF2EB736}" srcOrd="0" destOrd="0" presId="urn:microsoft.com/office/officeart/2005/8/layout/hierarchy1"/>
    <dgm:cxn modelId="{7F05126A-95FE-4393-BAF9-C48AD13C04E8}" srcId="{A66658F8-EC4D-4BC0-A3ED-C1533C1CA51A}" destId="{6E7187CB-9C3F-4AFB-88A2-1FDFA12019CF}" srcOrd="3" destOrd="0" parTransId="{2E02E4EF-79C0-46F8-93E1-061095E31812}" sibTransId="{C538F35E-E6BB-4BE2-AAA7-E4E20ECF3E12}"/>
    <dgm:cxn modelId="{0648826A-9BCC-45B0-B2F2-0FF5ED9DC02C}" srcId="{B24ABC18-ED44-4CAC-A7ED-545F3689FFCE}" destId="{A66658F8-EC4D-4BC0-A3ED-C1533C1CA51A}" srcOrd="0" destOrd="0" parTransId="{21146282-6535-4DC3-88CF-E71FE034FB25}" sibTransId="{BC614D0A-2FB8-4275-8486-9469886592BB}"/>
    <dgm:cxn modelId="{2DA71E6C-51BF-4722-9622-290950C22A4C}" type="presOf" srcId="{7B3B0C89-9DCD-4F43-A873-955CF4422B06}" destId="{561490D4-C568-4809-B15D-5DE941B3142E}" srcOrd="0" destOrd="0" presId="urn:microsoft.com/office/officeart/2005/8/layout/hierarchy1"/>
    <dgm:cxn modelId="{343F366E-1961-40AC-BC98-2860EB827074}" type="presOf" srcId="{6AD8454E-1951-4B85-8EB5-D31778C176F4}" destId="{45A78C5C-27D0-4696-B314-7E3BF118032E}" srcOrd="0" destOrd="0" presId="urn:microsoft.com/office/officeart/2005/8/layout/hierarchy1"/>
    <dgm:cxn modelId="{8107F870-48DB-4DDD-81D7-0E1F515D7ED0}" srcId="{B24ABC18-ED44-4CAC-A7ED-545F3689FFCE}" destId="{35AA79E9-DDDA-4F9A-8D05-234391CA6591}" srcOrd="1" destOrd="0" parTransId="{1BB0A10D-4D99-44E6-AB24-8B4B80A12417}" sibTransId="{1F4A4DD8-6840-40E8-BB88-8777F85BAFEF}"/>
    <dgm:cxn modelId="{DC255973-528B-4174-AA8A-4067E8A503F1}" srcId="{6E7187CB-9C3F-4AFB-88A2-1FDFA12019CF}" destId="{C08A5EFD-823E-47D1-BD0A-60348F3C1A2A}" srcOrd="0" destOrd="0" parTransId="{6AD8454E-1951-4B85-8EB5-D31778C176F4}" sibTransId="{5392EA27-C25C-49E2-8EAD-9318C761AEBF}"/>
    <dgm:cxn modelId="{99C39673-85E6-43B0-8DF1-77C801A93629}" type="presOf" srcId="{3B789750-8FC9-4AA8-9DB6-FA28894F7527}" destId="{46E14437-14E0-4FE0-9BB7-A8D098046DF7}" srcOrd="0" destOrd="0" presId="urn:microsoft.com/office/officeart/2005/8/layout/hierarchy1"/>
    <dgm:cxn modelId="{30137E59-38CD-4802-A6FA-A65A9964B73B}" srcId="{B24ABC18-ED44-4CAC-A7ED-545F3689FFCE}" destId="{441AF631-E741-4715-B5E2-3F63359F4907}" srcOrd="2" destOrd="0" parTransId="{B81B7F59-520D-420F-9B1D-D3ED627904CF}" sibTransId="{7222EED2-DFB4-486E-803C-1E7522CADA07}"/>
    <dgm:cxn modelId="{D35C265A-2C09-4D9B-AFA5-9160AEBF3CF7}" srcId="{A66658F8-EC4D-4BC0-A3ED-C1533C1CA51A}" destId="{BA883EE2-A756-4225-AD88-1BD1A2C684FB}" srcOrd="4" destOrd="0" parTransId="{C8AEA415-80EA-49D2-BBFE-67A6BA7274BB}" sibTransId="{875A8663-FBD1-4F42-ABDE-E33A32ADE75E}"/>
    <dgm:cxn modelId="{948A8B80-95F3-497E-8B56-60230C3607BC}" type="presOf" srcId="{F33F3718-CC03-4AE9-BFC1-EF17F3089E06}" destId="{2F50F7A5-C7EB-4BC4-8C83-2AA0CADD329F}" srcOrd="0" destOrd="0" presId="urn:microsoft.com/office/officeart/2005/8/layout/hierarchy1"/>
    <dgm:cxn modelId="{72E49886-66AC-477F-893D-C701AA9958C5}" type="presOf" srcId="{EF98BB57-C6D4-4824-982F-8DA4B6E487ED}" destId="{4D5B9596-7E9B-4BF1-9480-17987F46B856}" srcOrd="0" destOrd="0" presId="urn:microsoft.com/office/officeart/2005/8/layout/hierarchy1"/>
    <dgm:cxn modelId="{B04DE398-169C-4E07-AF02-73B478F460DF}" type="presOf" srcId="{13406C51-A92D-44E8-BE61-3E1303935069}" destId="{984F53ED-C2B9-4FD6-B26D-010C4124D818}" srcOrd="0" destOrd="0" presId="urn:microsoft.com/office/officeart/2005/8/layout/hierarchy1"/>
    <dgm:cxn modelId="{65BD199E-07B3-4F7A-943B-1FB00AB6F6CA}" srcId="{A66658F8-EC4D-4BC0-A3ED-C1533C1CA51A}" destId="{EF98BB57-C6D4-4824-982F-8DA4B6E487ED}" srcOrd="0" destOrd="0" parTransId="{8A23B326-5DFA-45CC-88A4-539F3F1C0288}" sibTransId="{4BC8B3C5-9091-48DA-A0F2-BC2669695228}"/>
    <dgm:cxn modelId="{37ECE39E-AF9D-4EBC-9CA0-55DB8D896D9F}" type="presOf" srcId="{6E7187CB-9C3F-4AFB-88A2-1FDFA12019CF}" destId="{79FE61C3-1F30-4EB8-9066-CD4E672F38BA}" srcOrd="0" destOrd="0" presId="urn:microsoft.com/office/officeart/2005/8/layout/hierarchy1"/>
    <dgm:cxn modelId="{5AABF2AD-C46E-4794-A97C-DB1F243179C5}" type="presOf" srcId="{0C862F99-8F7D-4547-91EF-0DCE9C454252}" destId="{CE446127-B555-42F8-8AEB-5E371217F42B}" srcOrd="0" destOrd="0" presId="urn:microsoft.com/office/officeart/2005/8/layout/hierarchy1"/>
    <dgm:cxn modelId="{B02A53B2-A1B1-4A39-8B05-BFB4CDDFF985}" type="presOf" srcId="{C08A5EFD-823E-47D1-BD0A-60348F3C1A2A}" destId="{22697958-DAA0-418F-80EC-58BD56CFF632}" srcOrd="0" destOrd="0" presId="urn:microsoft.com/office/officeart/2005/8/layout/hierarchy1"/>
    <dgm:cxn modelId="{17E89CB3-81B6-47A2-A031-6C49714D5F2D}" type="presOf" srcId="{4A82FD27-7333-4DE1-8BF2-8A974E3941C0}" destId="{FE300AF4-CD51-4CFF-A17B-3FC4327069E8}" srcOrd="0" destOrd="0" presId="urn:microsoft.com/office/officeart/2005/8/layout/hierarchy1"/>
    <dgm:cxn modelId="{F9BDCCBD-D13E-47EE-9A71-BFB1A2D8AD18}" type="presOf" srcId="{C8AEA415-80EA-49D2-BBFE-67A6BA7274BB}" destId="{9AE7D01C-F38F-4DBE-8249-CC803D746494}" srcOrd="0" destOrd="0" presId="urn:microsoft.com/office/officeart/2005/8/layout/hierarchy1"/>
    <dgm:cxn modelId="{A79650BE-D85D-4E5A-93D6-44F510350C61}" type="presOf" srcId="{35AA79E9-DDDA-4F9A-8D05-234391CA6591}" destId="{05D4CB95-EAE9-483A-8A91-E58BB45C46B2}" srcOrd="0" destOrd="0" presId="urn:microsoft.com/office/officeart/2005/8/layout/hierarchy1"/>
    <dgm:cxn modelId="{807785C5-2D67-4C72-9A47-CBB93A844B05}" type="presOf" srcId="{B24ABC18-ED44-4CAC-A7ED-545F3689FFCE}" destId="{519E2000-1BBB-43A8-886A-1EE76EABEEC6}" srcOrd="0" destOrd="0" presId="urn:microsoft.com/office/officeart/2005/8/layout/hierarchy1"/>
    <dgm:cxn modelId="{3660AAC7-7088-46CE-877B-7DFC5B2088C8}" srcId="{7B3B0C89-9DCD-4F43-A873-955CF4422B06}" destId="{B24ABC18-ED44-4CAC-A7ED-545F3689FFCE}" srcOrd="0" destOrd="0" parTransId="{C9D510B4-A275-48A6-B473-12CAF3026506}" sibTransId="{4ED83DA7-926F-4638-828F-629A11D95219}"/>
    <dgm:cxn modelId="{1954B6CD-C782-4AA1-BED6-D71E4E5505C2}" type="presOf" srcId="{2E02E4EF-79C0-46F8-93E1-061095E31812}" destId="{827F7998-8EC5-4E4E-92EC-D9AEF04014D3}" srcOrd="0" destOrd="0" presId="urn:microsoft.com/office/officeart/2005/8/layout/hierarchy1"/>
    <dgm:cxn modelId="{925A1BD6-F8EF-4EC4-B2F5-3D13DFC61CA4}" type="presOf" srcId="{441AF631-E741-4715-B5E2-3F63359F4907}" destId="{C4D7ED0A-5737-4516-BF9A-72326BCC0FC3}" srcOrd="0" destOrd="0" presId="urn:microsoft.com/office/officeart/2005/8/layout/hierarchy1"/>
    <dgm:cxn modelId="{596FCFE6-C479-45DB-BA13-F603D85513FE}" type="presOf" srcId="{21146282-6535-4DC3-88CF-E71FE034FB25}" destId="{6A442F23-0971-40DB-8C1E-B4BB7C40785E}" srcOrd="0" destOrd="0" presId="urn:microsoft.com/office/officeart/2005/8/layout/hierarchy1"/>
    <dgm:cxn modelId="{F64637EF-AAB5-4AF9-A9FC-2CD2A8C87F5A}" srcId="{6E7187CB-9C3F-4AFB-88A2-1FDFA12019CF}" destId="{C833B051-6CC0-4628-AAAF-1AEAD66339A8}" srcOrd="2" destOrd="0" parTransId="{34CFEDBA-93D5-4EAA-A4FA-D6F4E7ECADB7}" sibTransId="{61D121BA-1483-461F-B165-A7B7A06CB6E8}"/>
    <dgm:cxn modelId="{9AFFDFD6-BFE3-4EF7-A47F-7B5A0808CDBD}" type="presParOf" srcId="{561490D4-C568-4809-B15D-5DE941B3142E}" destId="{2B9418B4-9539-48D5-870E-94468D4AEEED}" srcOrd="0" destOrd="0" presId="urn:microsoft.com/office/officeart/2005/8/layout/hierarchy1"/>
    <dgm:cxn modelId="{1D03C955-B7BB-4576-8D64-FBF69687A03B}" type="presParOf" srcId="{2B9418B4-9539-48D5-870E-94468D4AEEED}" destId="{D7BDCFC7-E231-43BF-8B5A-46738A4E10C5}" srcOrd="0" destOrd="0" presId="urn:microsoft.com/office/officeart/2005/8/layout/hierarchy1"/>
    <dgm:cxn modelId="{36D85412-BF8C-4C0A-B198-181AEE35C0FF}" type="presParOf" srcId="{D7BDCFC7-E231-43BF-8B5A-46738A4E10C5}" destId="{05DDD42B-D258-4D01-98A9-710AD9174C66}" srcOrd="0" destOrd="0" presId="urn:microsoft.com/office/officeart/2005/8/layout/hierarchy1"/>
    <dgm:cxn modelId="{6F4C05C4-3476-4700-9C22-CF18507CC9CE}" type="presParOf" srcId="{D7BDCFC7-E231-43BF-8B5A-46738A4E10C5}" destId="{519E2000-1BBB-43A8-886A-1EE76EABEEC6}" srcOrd="1" destOrd="0" presId="urn:microsoft.com/office/officeart/2005/8/layout/hierarchy1"/>
    <dgm:cxn modelId="{842665C7-80AB-4D67-92A5-21BCAE7253F1}" type="presParOf" srcId="{2B9418B4-9539-48D5-870E-94468D4AEEED}" destId="{B9DFAEB5-3A10-48CE-B050-484D07A386F3}" srcOrd="1" destOrd="0" presId="urn:microsoft.com/office/officeart/2005/8/layout/hierarchy1"/>
    <dgm:cxn modelId="{E98E9746-898A-4B84-ABF2-9AF3ADCC95D6}" type="presParOf" srcId="{B9DFAEB5-3A10-48CE-B050-484D07A386F3}" destId="{6A442F23-0971-40DB-8C1E-B4BB7C40785E}" srcOrd="0" destOrd="0" presId="urn:microsoft.com/office/officeart/2005/8/layout/hierarchy1"/>
    <dgm:cxn modelId="{0202C578-7197-4863-8869-6772D2E794FB}" type="presParOf" srcId="{B9DFAEB5-3A10-48CE-B050-484D07A386F3}" destId="{F7F2EA14-E1E8-44B8-A29B-EBA936535BB0}" srcOrd="1" destOrd="0" presId="urn:microsoft.com/office/officeart/2005/8/layout/hierarchy1"/>
    <dgm:cxn modelId="{50B989A8-FC62-4213-9EC1-DB37ECDCE2FD}" type="presParOf" srcId="{F7F2EA14-E1E8-44B8-A29B-EBA936535BB0}" destId="{222B2C98-D8C6-4AC0-A843-35CBC5B1ADC7}" srcOrd="0" destOrd="0" presId="urn:microsoft.com/office/officeart/2005/8/layout/hierarchy1"/>
    <dgm:cxn modelId="{8175EA34-A458-4A34-8FB0-B8B995024837}" type="presParOf" srcId="{222B2C98-D8C6-4AC0-A843-35CBC5B1ADC7}" destId="{290C1ADE-53F4-4C0E-9015-1DB442FE84B9}" srcOrd="0" destOrd="0" presId="urn:microsoft.com/office/officeart/2005/8/layout/hierarchy1"/>
    <dgm:cxn modelId="{C452C97F-2735-4517-A32E-8A647A0C72BC}" type="presParOf" srcId="{222B2C98-D8C6-4AC0-A843-35CBC5B1ADC7}" destId="{0E482735-19F6-40BB-BE22-79C1DF463D80}" srcOrd="1" destOrd="0" presId="urn:microsoft.com/office/officeart/2005/8/layout/hierarchy1"/>
    <dgm:cxn modelId="{C52C2A1F-470A-4AAE-B1A9-324E9378A05D}" type="presParOf" srcId="{F7F2EA14-E1E8-44B8-A29B-EBA936535BB0}" destId="{B490D181-6601-40F9-B245-905158C2B6FE}" srcOrd="1" destOrd="0" presId="urn:microsoft.com/office/officeart/2005/8/layout/hierarchy1"/>
    <dgm:cxn modelId="{9930B116-45A5-4EBB-A5AC-6111B2C86F4D}" type="presParOf" srcId="{B490D181-6601-40F9-B245-905158C2B6FE}" destId="{44DDE2D0-D813-47CC-BF62-D88791C456EA}" srcOrd="0" destOrd="0" presId="urn:microsoft.com/office/officeart/2005/8/layout/hierarchy1"/>
    <dgm:cxn modelId="{E343B4A3-A4B8-473D-8170-82A1A7B73C65}" type="presParOf" srcId="{B490D181-6601-40F9-B245-905158C2B6FE}" destId="{EF3849FE-ECC2-4CD6-ADB5-43BCC5F94A01}" srcOrd="1" destOrd="0" presId="urn:microsoft.com/office/officeart/2005/8/layout/hierarchy1"/>
    <dgm:cxn modelId="{040952D2-C568-431E-8775-7C7AC9C0079C}" type="presParOf" srcId="{EF3849FE-ECC2-4CD6-ADB5-43BCC5F94A01}" destId="{31BB080B-AC55-49C6-A9F6-A5683EC7DA0D}" srcOrd="0" destOrd="0" presId="urn:microsoft.com/office/officeart/2005/8/layout/hierarchy1"/>
    <dgm:cxn modelId="{2D9A23BF-7986-434A-81A6-5E0227FE5148}" type="presParOf" srcId="{31BB080B-AC55-49C6-A9F6-A5683EC7DA0D}" destId="{EDB63E20-94DF-43B4-B7CE-8AEDB1FBB885}" srcOrd="0" destOrd="0" presId="urn:microsoft.com/office/officeart/2005/8/layout/hierarchy1"/>
    <dgm:cxn modelId="{78392D64-383B-4E02-8157-5640F3643B30}" type="presParOf" srcId="{31BB080B-AC55-49C6-A9F6-A5683EC7DA0D}" destId="{4D5B9596-7E9B-4BF1-9480-17987F46B856}" srcOrd="1" destOrd="0" presId="urn:microsoft.com/office/officeart/2005/8/layout/hierarchy1"/>
    <dgm:cxn modelId="{DE6DF1A2-2C5A-4F06-8525-139FB7506999}" type="presParOf" srcId="{EF3849FE-ECC2-4CD6-ADB5-43BCC5F94A01}" destId="{DF99A318-76DA-4976-AD12-FEA8D235D3E7}" srcOrd="1" destOrd="0" presId="urn:microsoft.com/office/officeart/2005/8/layout/hierarchy1"/>
    <dgm:cxn modelId="{709E4272-6DE7-4A4C-9E5E-A83DABC79109}" type="presParOf" srcId="{B490D181-6601-40F9-B245-905158C2B6FE}" destId="{12BC2AE4-AF0F-430E-9299-85FCCFC31F61}" srcOrd="2" destOrd="0" presId="urn:microsoft.com/office/officeart/2005/8/layout/hierarchy1"/>
    <dgm:cxn modelId="{2AD34028-414E-4D72-88AD-A5B171151A1F}" type="presParOf" srcId="{B490D181-6601-40F9-B245-905158C2B6FE}" destId="{D46D0AF2-7591-4F43-B5A2-F3DA1C49A24D}" srcOrd="3" destOrd="0" presId="urn:microsoft.com/office/officeart/2005/8/layout/hierarchy1"/>
    <dgm:cxn modelId="{78270491-6124-42A8-9B82-B864E7D87D8F}" type="presParOf" srcId="{D46D0AF2-7591-4F43-B5A2-F3DA1C49A24D}" destId="{A8609116-9401-4635-8E58-AD773BBF4C89}" srcOrd="0" destOrd="0" presId="urn:microsoft.com/office/officeart/2005/8/layout/hierarchy1"/>
    <dgm:cxn modelId="{D75D2F85-64DF-4EC4-803C-B8B91A4F4027}" type="presParOf" srcId="{A8609116-9401-4635-8E58-AD773BBF4C89}" destId="{E6376D4D-8226-4B21-AF79-0B139BEEEE47}" srcOrd="0" destOrd="0" presId="urn:microsoft.com/office/officeart/2005/8/layout/hierarchy1"/>
    <dgm:cxn modelId="{E6B42F78-C434-4A2E-B188-56029E27C0BE}" type="presParOf" srcId="{A8609116-9401-4635-8E58-AD773BBF4C89}" destId="{FE300AF4-CD51-4CFF-A17B-3FC4327069E8}" srcOrd="1" destOrd="0" presId="urn:microsoft.com/office/officeart/2005/8/layout/hierarchy1"/>
    <dgm:cxn modelId="{FA5AE13B-2C83-43FB-9E5A-D85A8B316C5C}" type="presParOf" srcId="{D46D0AF2-7591-4F43-B5A2-F3DA1C49A24D}" destId="{941374AD-A887-46CD-936D-8FD595FB1CF5}" srcOrd="1" destOrd="0" presId="urn:microsoft.com/office/officeart/2005/8/layout/hierarchy1"/>
    <dgm:cxn modelId="{3BD64DED-1623-45B9-A435-0F22054DF50C}" type="presParOf" srcId="{B490D181-6601-40F9-B245-905158C2B6FE}" destId="{F9123898-81B7-4922-92F3-506B21A8D41B}" srcOrd="4" destOrd="0" presId="urn:microsoft.com/office/officeart/2005/8/layout/hierarchy1"/>
    <dgm:cxn modelId="{39377C6E-0AB5-4F24-957D-741593B70113}" type="presParOf" srcId="{B490D181-6601-40F9-B245-905158C2B6FE}" destId="{EAA71231-94FE-4617-9195-B83FA0DF0635}" srcOrd="5" destOrd="0" presId="urn:microsoft.com/office/officeart/2005/8/layout/hierarchy1"/>
    <dgm:cxn modelId="{696CC8B9-47AB-4D99-83FF-80AC0ABB699A}" type="presParOf" srcId="{EAA71231-94FE-4617-9195-B83FA0DF0635}" destId="{3A63AB3B-E6FB-409D-9B21-5523F1A23A51}" srcOrd="0" destOrd="0" presId="urn:microsoft.com/office/officeart/2005/8/layout/hierarchy1"/>
    <dgm:cxn modelId="{4D22BB78-1949-47B5-AE4A-88C792036BA0}" type="presParOf" srcId="{3A63AB3B-E6FB-409D-9B21-5523F1A23A51}" destId="{4A05C4F3-8209-48CA-B5E7-FE5D8E41B2A8}" srcOrd="0" destOrd="0" presId="urn:microsoft.com/office/officeart/2005/8/layout/hierarchy1"/>
    <dgm:cxn modelId="{EC1242AF-67F8-4344-AB6E-4EBA10DFA661}" type="presParOf" srcId="{3A63AB3B-E6FB-409D-9B21-5523F1A23A51}" destId="{46E14437-14E0-4FE0-9BB7-A8D098046DF7}" srcOrd="1" destOrd="0" presId="urn:microsoft.com/office/officeart/2005/8/layout/hierarchy1"/>
    <dgm:cxn modelId="{EA47F4D8-BBAD-43A9-ABFF-CF16414DD4F0}" type="presParOf" srcId="{EAA71231-94FE-4617-9195-B83FA0DF0635}" destId="{EEE6AADC-0BF1-46EA-92E4-1F93538605B2}" srcOrd="1" destOrd="0" presId="urn:microsoft.com/office/officeart/2005/8/layout/hierarchy1"/>
    <dgm:cxn modelId="{46E82F65-92E1-4FA9-B635-ED1FDAA99079}" type="presParOf" srcId="{B490D181-6601-40F9-B245-905158C2B6FE}" destId="{827F7998-8EC5-4E4E-92EC-D9AEF04014D3}" srcOrd="6" destOrd="0" presId="urn:microsoft.com/office/officeart/2005/8/layout/hierarchy1"/>
    <dgm:cxn modelId="{ED404D9A-6987-4F57-B22D-CFBD6CF7130F}" type="presParOf" srcId="{B490D181-6601-40F9-B245-905158C2B6FE}" destId="{EC2308D8-04A7-4037-A655-624C510FCCCD}" srcOrd="7" destOrd="0" presId="urn:microsoft.com/office/officeart/2005/8/layout/hierarchy1"/>
    <dgm:cxn modelId="{B663A8A0-FA06-493A-8FA9-8BA42087278A}" type="presParOf" srcId="{EC2308D8-04A7-4037-A655-624C510FCCCD}" destId="{98E5B288-D794-47DE-B7AB-4C1F03EEA4D2}" srcOrd="0" destOrd="0" presId="urn:microsoft.com/office/officeart/2005/8/layout/hierarchy1"/>
    <dgm:cxn modelId="{E73E2E57-FD6A-44EF-94A9-EFD706024A16}" type="presParOf" srcId="{98E5B288-D794-47DE-B7AB-4C1F03EEA4D2}" destId="{0D44152D-DA50-4850-92F4-C10682FE2B60}" srcOrd="0" destOrd="0" presId="urn:microsoft.com/office/officeart/2005/8/layout/hierarchy1"/>
    <dgm:cxn modelId="{25EE28A0-B43F-48AB-A718-F288EE74FCD5}" type="presParOf" srcId="{98E5B288-D794-47DE-B7AB-4C1F03EEA4D2}" destId="{79FE61C3-1F30-4EB8-9066-CD4E672F38BA}" srcOrd="1" destOrd="0" presId="urn:microsoft.com/office/officeart/2005/8/layout/hierarchy1"/>
    <dgm:cxn modelId="{27256FDA-07B7-453E-A82A-DEB8A24354CA}" type="presParOf" srcId="{EC2308D8-04A7-4037-A655-624C510FCCCD}" destId="{5A739C2A-2995-4A77-B07E-6DFBE7805FE3}" srcOrd="1" destOrd="0" presId="urn:microsoft.com/office/officeart/2005/8/layout/hierarchy1"/>
    <dgm:cxn modelId="{A3BF0BBE-3B99-4ACB-9912-19ACB25B2DED}" type="presParOf" srcId="{5A739C2A-2995-4A77-B07E-6DFBE7805FE3}" destId="{45A78C5C-27D0-4696-B314-7E3BF118032E}" srcOrd="0" destOrd="0" presId="urn:microsoft.com/office/officeart/2005/8/layout/hierarchy1"/>
    <dgm:cxn modelId="{5C1DCB35-77CF-4BE9-9636-E154E372BBD3}" type="presParOf" srcId="{5A739C2A-2995-4A77-B07E-6DFBE7805FE3}" destId="{888C8D6B-7C70-4EDF-ACF3-14D58BC1EDC3}" srcOrd="1" destOrd="0" presId="urn:microsoft.com/office/officeart/2005/8/layout/hierarchy1"/>
    <dgm:cxn modelId="{5B44A94D-AAE2-41AB-A5FA-157AC7D57CFD}" type="presParOf" srcId="{888C8D6B-7C70-4EDF-ACF3-14D58BC1EDC3}" destId="{C5CAE227-643E-4784-97A3-9E59BC449F47}" srcOrd="0" destOrd="0" presId="urn:microsoft.com/office/officeart/2005/8/layout/hierarchy1"/>
    <dgm:cxn modelId="{5B1A5266-998E-40D4-B02C-3913438A84BB}" type="presParOf" srcId="{C5CAE227-643E-4784-97A3-9E59BC449F47}" destId="{A602A2EF-EFE2-482F-ABE6-B8C52541AC1B}" srcOrd="0" destOrd="0" presId="urn:microsoft.com/office/officeart/2005/8/layout/hierarchy1"/>
    <dgm:cxn modelId="{0DC30AAC-CA2D-40AF-9324-C346965A5798}" type="presParOf" srcId="{C5CAE227-643E-4784-97A3-9E59BC449F47}" destId="{22697958-DAA0-418F-80EC-58BD56CFF632}" srcOrd="1" destOrd="0" presId="urn:microsoft.com/office/officeart/2005/8/layout/hierarchy1"/>
    <dgm:cxn modelId="{CE744F36-84FF-42A3-8715-527A2BA4908E}" type="presParOf" srcId="{888C8D6B-7C70-4EDF-ACF3-14D58BC1EDC3}" destId="{ED04491D-EA06-4ED9-B0A8-59880091DBD4}" srcOrd="1" destOrd="0" presId="urn:microsoft.com/office/officeart/2005/8/layout/hierarchy1"/>
    <dgm:cxn modelId="{C64FDA63-AF33-4593-8202-D0DD2BEC2BAA}" type="presParOf" srcId="{5A739C2A-2995-4A77-B07E-6DFBE7805FE3}" destId="{CE446127-B555-42F8-8AEB-5E371217F42B}" srcOrd="2" destOrd="0" presId="urn:microsoft.com/office/officeart/2005/8/layout/hierarchy1"/>
    <dgm:cxn modelId="{00C584BE-9AD8-498F-B5B2-A32E78C03305}" type="presParOf" srcId="{5A739C2A-2995-4A77-B07E-6DFBE7805FE3}" destId="{B0613D1A-E883-4A06-B271-4E51C992058B}" srcOrd="3" destOrd="0" presId="urn:microsoft.com/office/officeart/2005/8/layout/hierarchy1"/>
    <dgm:cxn modelId="{1B5DC572-A81B-41B0-94C8-D61F38464F5F}" type="presParOf" srcId="{B0613D1A-E883-4A06-B271-4E51C992058B}" destId="{6D170224-6E46-4280-81BB-9F05B872E04B}" srcOrd="0" destOrd="0" presId="urn:microsoft.com/office/officeart/2005/8/layout/hierarchy1"/>
    <dgm:cxn modelId="{4440EA85-02F4-4DB0-9B21-C75A69FB041A}" type="presParOf" srcId="{6D170224-6E46-4280-81BB-9F05B872E04B}" destId="{219877FC-FD85-41F1-8D0D-A6608CC3FA8E}" srcOrd="0" destOrd="0" presId="urn:microsoft.com/office/officeart/2005/8/layout/hierarchy1"/>
    <dgm:cxn modelId="{F7E0AB79-D5C5-4D9D-A9BD-EE7C7B6B78E1}" type="presParOf" srcId="{6D170224-6E46-4280-81BB-9F05B872E04B}" destId="{984F53ED-C2B9-4FD6-B26D-010C4124D818}" srcOrd="1" destOrd="0" presId="urn:microsoft.com/office/officeart/2005/8/layout/hierarchy1"/>
    <dgm:cxn modelId="{B901EB78-65F2-4238-8F9A-A421ED74DCF4}" type="presParOf" srcId="{B0613D1A-E883-4A06-B271-4E51C992058B}" destId="{B07CC252-780F-4704-86AF-ACC8FE866863}" srcOrd="1" destOrd="0" presId="urn:microsoft.com/office/officeart/2005/8/layout/hierarchy1"/>
    <dgm:cxn modelId="{78D74577-90F5-477F-AED4-375959AABA50}" type="presParOf" srcId="{5A739C2A-2995-4A77-B07E-6DFBE7805FE3}" destId="{25638CBF-B37F-4D52-A53C-8090FB43EDB4}" srcOrd="4" destOrd="0" presId="urn:microsoft.com/office/officeart/2005/8/layout/hierarchy1"/>
    <dgm:cxn modelId="{F122C1F8-C0B8-42BD-9A09-51EB28AE91B1}" type="presParOf" srcId="{5A739C2A-2995-4A77-B07E-6DFBE7805FE3}" destId="{35D8DB3F-0B03-4BE3-81EF-9707D245B459}" srcOrd="5" destOrd="0" presId="urn:microsoft.com/office/officeart/2005/8/layout/hierarchy1"/>
    <dgm:cxn modelId="{A7814C3A-34C2-4024-9BB0-6AEF10DA7E3B}" type="presParOf" srcId="{35D8DB3F-0B03-4BE3-81EF-9707D245B459}" destId="{E9925073-27A0-4303-ABC5-EFC5F37B8865}" srcOrd="0" destOrd="0" presId="urn:microsoft.com/office/officeart/2005/8/layout/hierarchy1"/>
    <dgm:cxn modelId="{75BD81F8-BD9D-41B7-AD24-0F00A0FD150D}" type="presParOf" srcId="{E9925073-27A0-4303-ABC5-EFC5F37B8865}" destId="{D5DC5DBD-2E95-498C-94D6-B2CFCDAE8960}" srcOrd="0" destOrd="0" presId="urn:microsoft.com/office/officeart/2005/8/layout/hierarchy1"/>
    <dgm:cxn modelId="{529F70B2-1BCA-42E0-A7BF-4026C0922B2C}" type="presParOf" srcId="{E9925073-27A0-4303-ABC5-EFC5F37B8865}" destId="{17AA1E4A-8358-45EC-B4E7-15EEFF2EB736}" srcOrd="1" destOrd="0" presId="urn:microsoft.com/office/officeart/2005/8/layout/hierarchy1"/>
    <dgm:cxn modelId="{F66877F8-1C0B-4965-A4B2-FFA468B82AE3}" type="presParOf" srcId="{35D8DB3F-0B03-4BE3-81EF-9707D245B459}" destId="{102BC852-D13B-4C82-9C31-D59007F3D0BC}" srcOrd="1" destOrd="0" presId="urn:microsoft.com/office/officeart/2005/8/layout/hierarchy1"/>
    <dgm:cxn modelId="{F4403E32-46B4-469B-A9C6-9CAA1ECE66ED}" type="presParOf" srcId="{5A739C2A-2995-4A77-B07E-6DFBE7805FE3}" destId="{E1CB1EEC-7568-416C-8175-BFA98BFDEE42}" srcOrd="6" destOrd="0" presId="urn:microsoft.com/office/officeart/2005/8/layout/hierarchy1"/>
    <dgm:cxn modelId="{C7456515-66D4-443E-8BBA-A33D649D9373}" type="presParOf" srcId="{5A739C2A-2995-4A77-B07E-6DFBE7805FE3}" destId="{295BFCF0-EF53-4319-BE28-EF06261BD6A8}" srcOrd="7" destOrd="0" presId="urn:microsoft.com/office/officeart/2005/8/layout/hierarchy1"/>
    <dgm:cxn modelId="{1D8EAF1A-ECFB-40BC-89B5-1F7F5E492FF3}" type="presParOf" srcId="{295BFCF0-EF53-4319-BE28-EF06261BD6A8}" destId="{997D4497-639C-4D71-A912-50F1CF424CBA}" srcOrd="0" destOrd="0" presId="urn:microsoft.com/office/officeart/2005/8/layout/hierarchy1"/>
    <dgm:cxn modelId="{F6F84DD0-8EBE-45D4-8B0F-1E99767372B6}" type="presParOf" srcId="{997D4497-639C-4D71-A912-50F1CF424CBA}" destId="{5B013F6F-6813-44B8-8D37-BDF03892E7DB}" srcOrd="0" destOrd="0" presId="urn:microsoft.com/office/officeart/2005/8/layout/hierarchy1"/>
    <dgm:cxn modelId="{0E9EC2D7-56F6-4EA1-8630-BFFC49ECF683}" type="presParOf" srcId="{997D4497-639C-4D71-A912-50F1CF424CBA}" destId="{2F50F7A5-C7EB-4BC4-8C83-2AA0CADD329F}" srcOrd="1" destOrd="0" presId="urn:microsoft.com/office/officeart/2005/8/layout/hierarchy1"/>
    <dgm:cxn modelId="{D471FB1B-B672-465D-A938-ECC5D1A858FD}" type="presParOf" srcId="{295BFCF0-EF53-4319-BE28-EF06261BD6A8}" destId="{E3051BFC-4D09-411F-B50F-59E61EBC19DE}" srcOrd="1" destOrd="0" presId="urn:microsoft.com/office/officeart/2005/8/layout/hierarchy1"/>
    <dgm:cxn modelId="{4A6701F9-71B2-4DAE-9DCF-5068C80A14DF}" type="presParOf" srcId="{B490D181-6601-40F9-B245-905158C2B6FE}" destId="{9AE7D01C-F38F-4DBE-8249-CC803D746494}" srcOrd="8" destOrd="0" presId="urn:microsoft.com/office/officeart/2005/8/layout/hierarchy1"/>
    <dgm:cxn modelId="{07105CAA-3B64-424D-AE9A-381C6EA07A58}" type="presParOf" srcId="{B490D181-6601-40F9-B245-905158C2B6FE}" destId="{F5B62802-891A-4530-B128-F94CB95FBB91}" srcOrd="9" destOrd="0" presId="urn:microsoft.com/office/officeart/2005/8/layout/hierarchy1"/>
    <dgm:cxn modelId="{138D1E70-7831-4EC1-86AE-BCF7D147D0D2}" type="presParOf" srcId="{F5B62802-891A-4530-B128-F94CB95FBB91}" destId="{64F3A72B-1D42-4C1F-87AA-1FA709252D44}" srcOrd="0" destOrd="0" presId="urn:microsoft.com/office/officeart/2005/8/layout/hierarchy1"/>
    <dgm:cxn modelId="{EAB076B1-62D1-48E8-B4FE-D06A1DFE4334}" type="presParOf" srcId="{64F3A72B-1D42-4C1F-87AA-1FA709252D44}" destId="{52C45095-216A-414D-A986-C3139B8D594A}" srcOrd="0" destOrd="0" presId="urn:microsoft.com/office/officeart/2005/8/layout/hierarchy1"/>
    <dgm:cxn modelId="{84E3ECDA-AFFB-4319-A4A7-23A0E466D91C}" type="presParOf" srcId="{64F3A72B-1D42-4C1F-87AA-1FA709252D44}" destId="{1FC86F0B-2958-44D0-A57D-A4313D0A8E8E}" srcOrd="1" destOrd="0" presId="urn:microsoft.com/office/officeart/2005/8/layout/hierarchy1"/>
    <dgm:cxn modelId="{FF1A7EF2-95BE-40B4-89EF-25B12DDC3946}" type="presParOf" srcId="{F5B62802-891A-4530-B128-F94CB95FBB91}" destId="{6329928E-A672-46CA-890E-DCFF087614EE}" srcOrd="1" destOrd="0" presId="urn:microsoft.com/office/officeart/2005/8/layout/hierarchy1"/>
    <dgm:cxn modelId="{861A8778-AB69-441E-A5BF-9BD889B6FB6E}" type="presParOf" srcId="{B9DFAEB5-3A10-48CE-B050-484D07A386F3}" destId="{7D580D91-52C8-4F06-A961-91992CDF0AAF}" srcOrd="2" destOrd="0" presId="urn:microsoft.com/office/officeart/2005/8/layout/hierarchy1"/>
    <dgm:cxn modelId="{00EBB8F9-B9AA-4D7A-8DBB-40D5E6A867D2}" type="presParOf" srcId="{B9DFAEB5-3A10-48CE-B050-484D07A386F3}" destId="{C23677EC-C883-41D3-B5EB-35C241381FE9}" srcOrd="3" destOrd="0" presId="urn:microsoft.com/office/officeart/2005/8/layout/hierarchy1"/>
    <dgm:cxn modelId="{EDDFB5F4-EC30-4D2E-9A96-D8DA89A99FD4}" type="presParOf" srcId="{C23677EC-C883-41D3-B5EB-35C241381FE9}" destId="{6CBA59CD-A566-48B1-A11D-0DC856FB3CFC}" srcOrd="0" destOrd="0" presId="urn:microsoft.com/office/officeart/2005/8/layout/hierarchy1"/>
    <dgm:cxn modelId="{5F6ECD16-E25E-4BA7-B071-213AF3A37E9F}" type="presParOf" srcId="{6CBA59CD-A566-48B1-A11D-0DC856FB3CFC}" destId="{2606BDD1-4BE5-4F1B-879F-77BE5DDCB04C}" srcOrd="0" destOrd="0" presId="urn:microsoft.com/office/officeart/2005/8/layout/hierarchy1"/>
    <dgm:cxn modelId="{8FED37BA-7CF0-49CD-B95A-52AFCB65AFA9}" type="presParOf" srcId="{6CBA59CD-A566-48B1-A11D-0DC856FB3CFC}" destId="{05D4CB95-EAE9-483A-8A91-E58BB45C46B2}" srcOrd="1" destOrd="0" presId="urn:microsoft.com/office/officeart/2005/8/layout/hierarchy1"/>
    <dgm:cxn modelId="{38384F90-B57D-4561-9A8F-BA63293ACE66}" type="presParOf" srcId="{C23677EC-C883-41D3-B5EB-35C241381FE9}" destId="{6EEEDF79-FC7C-4252-B697-1EC32C7CDFCA}" srcOrd="1" destOrd="0" presId="urn:microsoft.com/office/officeart/2005/8/layout/hierarchy1"/>
    <dgm:cxn modelId="{027CCD85-038C-44FB-98B5-161A80CCADCC}" type="presParOf" srcId="{B9DFAEB5-3A10-48CE-B050-484D07A386F3}" destId="{96E80FB1-B5CF-4A1D-B936-E2B51F41D0F0}" srcOrd="4" destOrd="0" presId="urn:microsoft.com/office/officeart/2005/8/layout/hierarchy1"/>
    <dgm:cxn modelId="{203FFB72-C27E-48F2-AD92-43DC3949326F}" type="presParOf" srcId="{B9DFAEB5-3A10-48CE-B050-484D07A386F3}" destId="{458829ED-2519-44B8-BA8D-93D806D3935D}" srcOrd="5" destOrd="0" presId="urn:microsoft.com/office/officeart/2005/8/layout/hierarchy1"/>
    <dgm:cxn modelId="{2EAD242F-C1C8-408C-BE61-7CD830CD535E}" type="presParOf" srcId="{458829ED-2519-44B8-BA8D-93D806D3935D}" destId="{CAA7EBEE-E6F0-41B1-96A4-5752790A635F}" srcOrd="0" destOrd="0" presId="urn:microsoft.com/office/officeart/2005/8/layout/hierarchy1"/>
    <dgm:cxn modelId="{8E6746B2-EA15-439F-93B1-4CFE552BF2CC}" type="presParOf" srcId="{CAA7EBEE-E6F0-41B1-96A4-5752790A635F}" destId="{494825BA-59F1-4A83-BDF7-AFA8C6AADC84}" srcOrd="0" destOrd="0" presId="urn:microsoft.com/office/officeart/2005/8/layout/hierarchy1"/>
    <dgm:cxn modelId="{B54A7E7B-CA5F-4B50-9C0C-ECB96CD09E13}" type="presParOf" srcId="{CAA7EBEE-E6F0-41B1-96A4-5752790A635F}" destId="{C4D7ED0A-5737-4516-BF9A-72326BCC0FC3}" srcOrd="1" destOrd="0" presId="urn:microsoft.com/office/officeart/2005/8/layout/hierarchy1"/>
    <dgm:cxn modelId="{ABE88BFD-9874-4977-804A-CB6E3480352B}" type="presParOf" srcId="{458829ED-2519-44B8-BA8D-93D806D3935D}" destId="{A6070146-804E-4DC8-8D3F-A3421CA255DB}" srcOrd="1" destOrd="0" presId="urn:microsoft.com/office/officeart/2005/8/layout/hierarchy1"/>
    <dgm:cxn modelId="{06D8919C-700A-4CBC-91E2-DE431A0F145D}" type="presParOf" srcId="{B9DFAEB5-3A10-48CE-B050-484D07A386F3}" destId="{21A7F8A2-1062-4AA5-8797-57DC9BF74858}" srcOrd="6" destOrd="0" presId="urn:microsoft.com/office/officeart/2005/8/layout/hierarchy1"/>
    <dgm:cxn modelId="{2F3C22F5-457D-4622-A6CB-FFBB4FDCD64A}" type="presParOf" srcId="{B9DFAEB5-3A10-48CE-B050-484D07A386F3}" destId="{D7FA64EB-DD5E-4AC2-8816-637B80042F85}" srcOrd="7" destOrd="0" presId="urn:microsoft.com/office/officeart/2005/8/layout/hierarchy1"/>
    <dgm:cxn modelId="{B9D09FF2-1619-40FC-AD4A-A1C203EF8B51}" type="presParOf" srcId="{D7FA64EB-DD5E-4AC2-8816-637B80042F85}" destId="{5CB93A98-6CCF-4CFF-A33C-3974ABAE2515}" srcOrd="0" destOrd="0" presId="urn:microsoft.com/office/officeart/2005/8/layout/hierarchy1"/>
    <dgm:cxn modelId="{0B3F7176-785A-416B-B9C4-2DC829D59EF4}" type="presParOf" srcId="{5CB93A98-6CCF-4CFF-A33C-3974ABAE2515}" destId="{594618C3-A4F7-457F-AA51-4F449D78C4E7}" srcOrd="0" destOrd="0" presId="urn:microsoft.com/office/officeart/2005/8/layout/hierarchy1"/>
    <dgm:cxn modelId="{B1D087F4-DB96-438F-B4F3-932EDE1B8C35}" type="presParOf" srcId="{5CB93A98-6CCF-4CFF-A33C-3974ABAE2515}" destId="{434F8915-2C90-45C5-B7FB-13258D79A4DF}" srcOrd="1" destOrd="0" presId="urn:microsoft.com/office/officeart/2005/8/layout/hierarchy1"/>
    <dgm:cxn modelId="{237CC451-10F6-481D-AFAE-15EB11DCE5F9}" type="presParOf" srcId="{D7FA64EB-DD5E-4AC2-8816-637B80042F85}" destId="{1EEA24FC-A64F-4DDA-A6BE-889797AD32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3B0C89-9DCD-4F43-A873-955CF4422B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24ABC18-ED44-4CAC-A7ED-545F3689FFCE}">
      <dgm:prSet phldrT="[Text]"/>
      <dgm:spPr/>
      <dgm:t>
        <a:bodyPr/>
        <a:lstStyle/>
        <a:p>
          <a:r>
            <a:rPr lang="en-US" dirty="0"/>
            <a:t>Attack types</a:t>
          </a:r>
        </a:p>
      </dgm:t>
    </dgm:pt>
    <dgm:pt modelId="{C9D510B4-A275-48A6-B473-12CAF3026506}" type="parTrans" cxnId="{3660AAC7-7088-46CE-877B-7DFC5B2088C8}">
      <dgm:prSet/>
      <dgm:spPr/>
      <dgm:t>
        <a:bodyPr/>
        <a:lstStyle/>
        <a:p>
          <a:endParaRPr lang="en-US"/>
        </a:p>
      </dgm:t>
    </dgm:pt>
    <dgm:pt modelId="{4ED83DA7-926F-4638-828F-629A11D95219}" type="sibTrans" cxnId="{3660AAC7-7088-46CE-877B-7DFC5B2088C8}">
      <dgm:prSet/>
      <dgm:spPr/>
      <dgm:t>
        <a:bodyPr/>
        <a:lstStyle/>
        <a:p>
          <a:endParaRPr lang="en-US"/>
        </a:p>
      </dgm:t>
    </dgm:pt>
    <dgm:pt modelId="{A66658F8-EC4D-4BC0-A3ED-C1533C1CA51A}">
      <dgm:prSet phldrT="[Text]"/>
      <dgm:spPr/>
      <dgm:t>
        <a:bodyPr/>
        <a:lstStyle/>
        <a:p>
          <a:r>
            <a:rPr lang="en-US" dirty="0"/>
            <a:t>Social engineering attacks</a:t>
          </a:r>
        </a:p>
      </dgm:t>
    </dgm:pt>
    <dgm:pt modelId="{21146282-6535-4DC3-88CF-E71FE034FB25}" type="parTrans" cxnId="{0648826A-9BCC-45B0-B2F2-0FF5ED9DC02C}">
      <dgm:prSet/>
      <dgm:spPr/>
      <dgm:t>
        <a:bodyPr/>
        <a:lstStyle/>
        <a:p>
          <a:endParaRPr lang="en-US"/>
        </a:p>
      </dgm:t>
    </dgm:pt>
    <dgm:pt modelId="{BC614D0A-2FB8-4275-8486-9469886592BB}" type="sibTrans" cxnId="{0648826A-9BCC-45B0-B2F2-0FF5ED9DC02C}">
      <dgm:prSet/>
      <dgm:spPr/>
      <dgm:t>
        <a:bodyPr/>
        <a:lstStyle/>
        <a:p>
          <a:endParaRPr lang="en-US"/>
        </a:p>
      </dgm:t>
    </dgm:pt>
    <dgm:pt modelId="{35AA79E9-DDDA-4F9A-8D05-234391CA6591}">
      <dgm:prSet phldrT="[Text]"/>
      <dgm:spPr/>
      <dgm:t>
        <a:bodyPr/>
        <a:lstStyle/>
        <a:p>
          <a:r>
            <a:rPr lang="en-US" altLang="en-US" dirty="0"/>
            <a:t>Attacks against the application’s software</a:t>
          </a:r>
          <a:endParaRPr lang="en-US" dirty="0"/>
        </a:p>
      </dgm:t>
    </dgm:pt>
    <dgm:pt modelId="{1BB0A10D-4D99-44E6-AB24-8B4B80A12417}" type="parTrans" cxnId="{8107F870-48DB-4DDD-81D7-0E1F515D7ED0}">
      <dgm:prSet/>
      <dgm:spPr/>
      <dgm:t>
        <a:bodyPr/>
        <a:lstStyle/>
        <a:p>
          <a:endParaRPr lang="en-US"/>
        </a:p>
      </dgm:t>
    </dgm:pt>
    <dgm:pt modelId="{1F4A4DD8-6840-40E8-BB88-8777F85BAFEF}" type="sibTrans" cxnId="{8107F870-48DB-4DDD-81D7-0E1F515D7ED0}">
      <dgm:prSet/>
      <dgm:spPr/>
      <dgm:t>
        <a:bodyPr/>
        <a:lstStyle/>
        <a:p>
          <a:endParaRPr lang="en-US"/>
        </a:p>
      </dgm:t>
    </dgm:pt>
    <dgm:pt modelId="{441AF631-E741-4715-B5E2-3F63359F4907}">
      <dgm:prSet phldrT="[Text]"/>
      <dgm:spPr/>
      <dgm:t>
        <a:bodyPr/>
        <a:lstStyle/>
        <a:p>
          <a:r>
            <a:rPr lang="en-US" altLang="en-US" dirty="0"/>
            <a:t>Attacks against the supporting infrastructure</a:t>
          </a:r>
          <a:endParaRPr lang="en-US" dirty="0"/>
        </a:p>
      </dgm:t>
    </dgm:pt>
    <dgm:pt modelId="{B81B7F59-520D-420F-9B1D-D3ED627904CF}" type="parTrans" cxnId="{30137E59-38CD-4802-A6FA-A65A9964B73B}">
      <dgm:prSet/>
      <dgm:spPr/>
      <dgm:t>
        <a:bodyPr/>
        <a:lstStyle/>
        <a:p>
          <a:endParaRPr lang="en-US"/>
        </a:p>
      </dgm:t>
    </dgm:pt>
    <dgm:pt modelId="{7222EED2-DFB4-486E-803C-1E7522CADA07}" type="sibTrans" cxnId="{30137E59-38CD-4802-A6FA-A65A9964B73B}">
      <dgm:prSet/>
      <dgm:spPr/>
      <dgm:t>
        <a:bodyPr/>
        <a:lstStyle/>
        <a:p>
          <a:endParaRPr lang="en-US"/>
        </a:p>
      </dgm:t>
    </dgm:pt>
    <dgm:pt modelId="{7F141666-14DF-4E1E-AF67-222E1567DCC5}">
      <dgm:prSet/>
      <dgm:spPr/>
      <dgm:t>
        <a:bodyPr/>
        <a:lstStyle/>
        <a:p>
          <a:r>
            <a:rPr lang="en-US" altLang="en-US" dirty="0"/>
            <a:t>Physical attacks</a:t>
          </a:r>
        </a:p>
      </dgm:t>
    </dgm:pt>
    <dgm:pt modelId="{F2518138-D8C4-4B26-8A75-999678BDF6A6}" type="parTrans" cxnId="{EB567348-77A8-4D84-98E0-9FE7793265DB}">
      <dgm:prSet/>
      <dgm:spPr/>
      <dgm:t>
        <a:bodyPr/>
        <a:lstStyle/>
        <a:p>
          <a:endParaRPr lang="en-US"/>
        </a:p>
      </dgm:t>
    </dgm:pt>
    <dgm:pt modelId="{36D2C472-B847-40CA-A39D-1A4CCBC4050D}" type="sibTrans" cxnId="{EB567348-77A8-4D84-98E0-9FE7793265DB}">
      <dgm:prSet/>
      <dgm:spPr/>
      <dgm:t>
        <a:bodyPr/>
        <a:lstStyle/>
        <a:p>
          <a:endParaRPr lang="en-US"/>
        </a:p>
      </dgm:t>
    </dgm:pt>
    <dgm:pt modelId="{799CC438-7444-482D-BDBA-DAFF77C8C174}">
      <dgm:prSet phldrT="[Text]"/>
      <dgm:spPr/>
      <dgm:t>
        <a:bodyPr/>
        <a:lstStyle/>
        <a:p>
          <a:r>
            <a:rPr lang="en-US" altLang="en-US" b="1" i="1" dirty="0"/>
            <a:t>Buffer overflow</a:t>
          </a:r>
          <a:endParaRPr lang="en-US" dirty="0"/>
        </a:p>
      </dgm:t>
    </dgm:pt>
    <dgm:pt modelId="{CF7AFBFD-BE1E-401C-B8A6-D265B23F15F3}" type="parTrans" cxnId="{9DF7D862-FBC9-477B-988C-835008DAF2CC}">
      <dgm:prSet/>
      <dgm:spPr/>
      <dgm:t>
        <a:bodyPr/>
        <a:lstStyle/>
        <a:p>
          <a:endParaRPr lang="en-US"/>
        </a:p>
      </dgm:t>
    </dgm:pt>
    <dgm:pt modelId="{7CA95C91-8F52-4421-BE13-F8A7250C7F16}" type="sibTrans" cxnId="{9DF7D862-FBC9-477B-988C-835008DAF2CC}">
      <dgm:prSet/>
      <dgm:spPr/>
      <dgm:t>
        <a:bodyPr/>
        <a:lstStyle/>
        <a:p>
          <a:endParaRPr lang="en-US"/>
        </a:p>
      </dgm:t>
    </dgm:pt>
    <dgm:pt modelId="{8E7F25E2-93A3-4903-B07E-AA8F213318C3}">
      <dgm:prSet/>
      <dgm:spPr/>
      <dgm:t>
        <a:bodyPr/>
        <a:lstStyle/>
        <a:p>
          <a:r>
            <a:rPr lang="en-US" altLang="en-US" b="1" i="1"/>
            <a:t>SQL code injection</a:t>
          </a:r>
          <a:endParaRPr lang="en-US" altLang="en-US" b="1" i="1" dirty="0"/>
        </a:p>
      </dgm:t>
    </dgm:pt>
    <dgm:pt modelId="{487D7417-4A3D-42DE-8DAD-1BF84D24B89C}" type="parTrans" cxnId="{DC82E665-6D72-4DF2-92EF-0F15DE7FD47A}">
      <dgm:prSet/>
      <dgm:spPr/>
      <dgm:t>
        <a:bodyPr/>
        <a:lstStyle/>
        <a:p>
          <a:endParaRPr lang="en-US"/>
        </a:p>
      </dgm:t>
    </dgm:pt>
    <dgm:pt modelId="{63D1B137-B502-41C1-8141-770CDB97927F}" type="sibTrans" cxnId="{DC82E665-6D72-4DF2-92EF-0F15DE7FD47A}">
      <dgm:prSet/>
      <dgm:spPr/>
      <dgm:t>
        <a:bodyPr/>
        <a:lstStyle/>
        <a:p>
          <a:endParaRPr lang="en-US"/>
        </a:p>
      </dgm:t>
    </dgm:pt>
    <dgm:pt modelId="{2AF8FE7B-B7C5-4D2A-8BC3-FE611DEB175A}">
      <dgm:prSet/>
      <dgm:spPr/>
      <dgm:t>
        <a:bodyPr/>
        <a:lstStyle/>
        <a:p>
          <a:r>
            <a:rPr lang="en-US" altLang="en-US" b="1" i="1" dirty="0"/>
            <a:t>Back door</a:t>
          </a:r>
          <a:endParaRPr lang="en-US" altLang="en-US" b="1" dirty="0"/>
        </a:p>
      </dgm:t>
    </dgm:pt>
    <dgm:pt modelId="{78919EF6-5647-44FF-8D32-184180AD96EA}" type="parTrans" cxnId="{76AD0D2F-7BD2-4182-A425-D70E5E889EB4}">
      <dgm:prSet/>
      <dgm:spPr/>
      <dgm:t>
        <a:bodyPr/>
        <a:lstStyle/>
        <a:p>
          <a:endParaRPr lang="en-US"/>
        </a:p>
      </dgm:t>
    </dgm:pt>
    <dgm:pt modelId="{D68741F5-E54D-4899-82B1-C596BFB2E256}" type="sibTrans" cxnId="{76AD0D2F-7BD2-4182-A425-D70E5E889EB4}">
      <dgm:prSet/>
      <dgm:spPr/>
      <dgm:t>
        <a:bodyPr/>
        <a:lstStyle/>
        <a:p>
          <a:endParaRPr lang="en-US"/>
        </a:p>
      </dgm:t>
    </dgm:pt>
    <dgm:pt modelId="{413D6D69-FBC0-4597-9732-88637D24897D}">
      <dgm:prSet/>
      <dgm:spPr/>
      <dgm:t>
        <a:bodyPr/>
        <a:lstStyle/>
        <a:p>
          <a:r>
            <a:rPr lang="en-US" altLang="en-US" b="1" dirty="0"/>
            <a:t>XSS</a:t>
          </a:r>
        </a:p>
      </dgm:t>
    </dgm:pt>
    <dgm:pt modelId="{6B4557F8-E0AD-4B4B-99D8-9405B022C0B3}" type="parTrans" cxnId="{F095F9B8-0B37-4AF3-A85C-4A090C161A41}">
      <dgm:prSet/>
      <dgm:spPr/>
      <dgm:t>
        <a:bodyPr/>
        <a:lstStyle/>
        <a:p>
          <a:endParaRPr lang="en-US"/>
        </a:p>
      </dgm:t>
    </dgm:pt>
    <dgm:pt modelId="{B6F75FB1-0488-427F-852A-4B173F8E9A92}" type="sibTrans" cxnId="{F095F9B8-0B37-4AF3-A85C-4A090C161A41}">
      <dgm:prSet/>
      <dgm:spPr/>
      <dgm:t>
        <a:bodyPr/>
        <a:lstStyle/>
        <a:p>
          <a:endParaRPr lang="en-US"/>
        </a:p>
      </dgm:t>
    </dgm:pt>
    <dgm:pt modelId="{561490D4-C568-4809-B15D-5DE941B3142E}" type="pres">
      <dgm:prSet presAssocID="{7B3B0C89-9DCD-4F43-A873-955CF4422B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18B4-9539-48D5-870E-94468D4AEEED}" type="pres">
      <dgm:prSet presAssocID="{B24ABC18-ED44-4CAC-A7ED-545F3689FFCE}" presName="hierRoot1" presStyleCnt="0"/>
      <dgm:spPr/>
    </dgm:pt>
    <dgm:pt modelId="{D7BDCFC7-E231-43BF-8B5A-46738A4E10C5}" type="pres">
      <dgm:prSet presAssocID="{B24ABC18-ED44-4CAC-A7ED-545F3689FFCE}" presName="composite" presStyleCnt="0"/>
      <dgm:spPr/>
    </dgm:pt>
    <dgm:pt modelId="{05DDD42B-D258-4D01-98A9-710AD9174C66}" type="pres">
      <dgm:prSet presAssocID="{B24ABC18-ED44-4CAC-A7ED-545F3689FFCE}" presName="background" presStyleLbl="node0" presStyleIdx="0" presStyleCnt="1"/>
      <dgm:spPr/>
    </dgm:pt>
    <dgm:pt modelId="{519E2000-1BBB-43A8-886A-1EE76EABEEC6}" type="pres">
      <dgm:prSet presAssocID="{B24ABC18-ED44-4CAC-A7ED-545F3689FFCE}" presName="text" presStyleLbl="fgAcc0" presStyleIdx="0" presStyleCnt="1">
        <dgm:presLayoutVars>
          <dgm:chPref val="3"/>
        </dgm:presLayoutVars>
      </dgm:prSet>
      <dgm:spPr/>
    </dgm:pt>
    <dgm:pt modelId="{B9DFAEB5-3A10-48CE-B050-484D07A386F3}" type="pres">
      <dgm:prSet presAssocID="{B24ABC18-ED44-4CAC-A7ED-545F3689FFCE}" presName="hierChild2" presStyleCnt="0"/>
      <dgm:spPr/>
    </dgm:pt>
    <dgm:pt modelId="{6A442F23-0971-40DB-8C1E-B4BB7C40785E}" type="pres">
      <dgm:prSet presAssocID="{21146282-6535-4DC3-88CF-E71FE034FB25}" presName="Name10" presStyleLbl="parChTrans1D2" presStyleIdx="0" presStyleCnt="4"/>
      <dgm:spPr/>
    </dgm:pt>
    <dgm:pt modelId="{F7F2EA14-E1E8-44B8-A29B-EBA936535BB0}" type="pres">
      <dgm:prSet presAssocID="{A66658F8-EC4D-4BC0-A3ED-C1533C1CA51A}" presName="hierRoot2" presStyleCnt="0"/>
      <dgm:spPr/>
    </dgm:pt>
    <dgm:pt modelId="{222B2C98-D8C6-4AC0-A843-35CBC5B1ADC7}" type="pres">
      <dgm:prSet presAssocID="{A66658F8-EC4D-4BC0-A3ED-C1533C1CA51A}" presName="composite2" presStyleCnt="0"/>
      <dgm:spPr/>
    </dgm:pt>
    <dgm:pt modelId="{290C1ADE-53F4-4C0E-9015-1DB442FE84B9}" type="pres">
      <dgm:prSet presAssocID="{A66658F8-EC4D-4BC0-A3ED-C1533C1CA51A}" presName="background2" presStyleLbl="node2" presStyleIdx="0" presStyleCnt="4"/>
      <dgm:spPr/>
    </dgm:pt>
    <dgm:pt modelId="{0E482735-19F6-40BB-BE22-79C1DF463D80}" type="pres">
      <dgm:prSet presAssocID="{A66658F8-EC4D-4BC0-A3ED-C1533C1CA51A}" presName="text2" presStyleLbl="fgAcc2" presStyleIdx="0" presStyleCnt="4">
        <dgm:presLayoutVars>
          <dgm:chPref val="3"/>
        </dgm:presLayoutVars>
      </dgm:prSet>
      <dgm:spPr/>
    </dgm:pt>
    <dgm:pt modelId="{B490D181-6601-40F9-B245-905158C2B6FE}" type="pres">
      <dgm:prSet presAssocID="{A66658F8-EC4D-4BC0-A3ED-C1533C1CA51A}" presName="hierChild3" presStyleCnt="0"/>
      <dgm:spPr/>
    </dgm:pt>
    <dgm:pt modelId="{7D580D91-52C8-4F06-A961-91992CDF0AAF}" type="pres">
      <dgm:prSet presAssocID="{1BB0A10D-4D99-44E6-AB24-8B4B80A12417}" presName="Name10" presStyleLbl="parChTrans1D2" presStyleIdx="1" presStyleCnt="4"/>
      <dgm:spPr/>
    </dgm:pt>
    <dgm:pt modelId="{C23677EC-C883-41D3-B5EB-35C241381FE9}" type="pres">
      <dgm:prSet presAssocID="{35AA79E9-DDDA-4F9A-8D05-234391CA6591}" presName="hierRoot2" presStyleCnt="0"/>
      <dgm:spPr/>
    </dgm:pt>
    <dgm:pt modelId="{6CBA59CD-A566-48B1-A11D-0DC856FB3CFC}" type="pres">
      <dgm:prSet presAssocID="{35AA79E9-DDDA-4F9A-8D05-234391CA6591}" presName="composite2" presStyleCnt="0"/>
      <dgm:spPr/>
    </dgm:pt>
    <dgm:pt modelId="{2606BDD1-4BE5-4F1B-879F-77BE5DDCB04C}" type="pres">
      <dgm:prSet presAssocID="{35AA79E9-DDDA-4F9A-8D05-234391CA6591}" presName="background2" presStyleLbl="node2" presStyleIdx="1" presStyleCnt="4"/>
      <dgm:spPr/>
    </dgm:pt>
    <dgm:pt modelId="{05D4CB95-EAE9-483A-8A91-E58BB45C46B2}" type="pres">
      <dgm:prSet presAssocID="{35AA79E9-DDDA-4F9A-8D05-234391CA6591}" presName="text2" presStyleLbl="fgAcc2" presStyleIdx="1" presStyleCnt="4" custLinFactNeighborX="-959" custLinFactNeighborY="-3677">
        <dgm:presLayoutVars>
          <dgm:chPref val="3"/>
        </dgm:presLayoutVars>
      </dgm:prSet>
      <dgm:spPr/>
    </dgm:pt>
    <dgm:pt modelId="{6EEEDF79-FC7C-4252-B697-1EC32C7CDFCA}" type="pres">
      <dgm:prSet presAssocID="{35AA79E9-DDDA-4F9A-8D05-234391CA6591}" presName="hierChild3" presStyleCnt="0"/>
      <dgm:spPr/>
    </dgm:pt>
    <dgm:pt modelId="{67168DF0-4D71-4A8D-9A7C-4A41D061E383}" type="pres">
      <dgm:prSet presAssocID="{CF7AFBFD-BE1E-401C-B8A6-D265B23F15F3}" presName="Name17" presStyleLbl="parChTrans1D3" presStyleIdx="0" presStyleCnt="4"/>
      <dgm:spPr/>
    </dgm:pt>
    <dgm:pt modelId="{70908135-B72B-4C95-8DB8-D78C2BB53ED7}" type="pres">
      <dgm:prSet presAssocID="{799CC438-7444-482D-BDBA-DAFF77C8C174}" presName="hierRoot3" presStyleCnt="0"/>
      <dgm:spPr/>
    </dgm:pt>
    <dgm:pt modelId="{D31B6C38-7735-41EC-868E-08DD4CA1AC24}" type="pres">
      <dgm:prSet presAssocID="{799CC438-7444-482D-BDBA-DAFF77C8C174}" presName="composite3" presStyleCnt="0"/>
      <dgm:spPr/>
    </dgm:pt>
    <dgm:pt modelId="{72174143-9724-498D-A210-BB8C5EA1F0B3}" type="pres">
      <dgm:prSet presAssocID="{799CC438-7444-482D-BDBA-DAFF77C8C174}" presName="background3" presStyleLbl="node3" presStyleIdx="0" presStyleCnt="4"/>
      <dgm:spPr/>
    </dgm:pt>
    <dgm:pt modelId="{4E39E1C3-7C56-40F0-A1A8-3DED4DFB505A}" type="pres">
      <dgm:prSet presAssocID="{799CC438-7444-482D-BDBA-DAFF77C8C174}" presName="text3" presStyleLbl="fgAcc3" presStyleIdx="0" presStyleCnt="4">
        <dgm:presLayoutVars>
          <dgm:chPref val="3"/>
        </dgm:presLayoutVars>
      </dgm:prSet>
      <dgm:spPr/>
    </dgm:pt>
    <dgm:pt modelId="{EC7C31A6-17DE-4EF2-A85C-1547E869B15B}" type="pres">
      <dgm:prSet presAssocID="{799CC438-7444-482D-BDBA-DAFF77C8C174}" presName="hierChild4" presStyleCnt="0"/>
      <dgm:spPr/>
    </dgm:pt>
    <dgm:pt modelId="{03BB4C5B-ECEB-4C6F-9375-6619BD9D228D}" type="pres">
      <dgm:prSet presAssocID="{487D7417-4A3D-42DE-8DAD-1BF84D24B89C}" presName="Name17" presStyleLbl="parChTrans1D3" presStyleIdx="1" presStyleCnt="4"/>
      <dgm:spPr/>
    </dgm:pt>
    <dgm:pt modelId="{8DC6C526-04B0-4DAF-9878-9A4C1E486327}" type="pres">
      <dgm:prSet presAssocID="{8E7F25E2-93A3-4903-B07E-AA8F213318C3}" presName="hierRoot3" presStyleCnt="0"/>
      <dgm:spPr/>
    </dgm:pt>
    <dgm:pt modelId="{9BDA50CA-9D32-4365-BE0D-FF0E1C8922F2}" type="pres">
      <dgm:prSet presAssocID="{8E7F25E2-93A3-4903-B07E-AA8F213318C3}" presName="composite3" presStyleCnt="0"/>
      <dgm:spPr/>
    </dgm:pt>
    <dgm:pt modelId="{BF5B0A5C-54F3-42E9-A399-645C04A8A59D}" type="pres">
      <dgm:prSet presAssocID="{8E7F25E2-93A3-4903-B07E-AA8F213318C3}" presName="background3" presStyleLbl="node3" presStyleIdx="1" presStyleCnt="4"/>
      <dgm:spPr/>
    </dgm:pt>
    <dgm:pt modelId="{6023CD0C-452D-4570-812C-4C4DAF13F9B6}" type="pres">
      <dgm:prSet presAssocID="{8E7F25E2-93A3-4903-B07E-AA8F213318C3}" presName="text3" presStyleLbl="fgAcc3" presStyleIdx="1" presStyleCnt="4">
        <dgm:presLayoutVars>
          <dgm:chPref val="3"/>
        </dgm:presLayoutVars>
      </dgm:prSet>
      <dgm:spPr/>
    </dgm:pt>
    <dgm:pt modelId="{C4E7C734-ADB8-4EE2-8405-DDCF3269DF34}" type="pres">
      <dgm:prSet presAssocID="{8E7F25E2-93A3-4903-B07E-AA8F213318C3}" presName="hierChild4" presStyleCnt="0"/>
      <dgm:spPr/>
    </dgm:pt>
    <dgm:pt modelId="{1F594BB3-ED4A-4221-B97D-EC51CB410C68}" type="pres">
      <dgm:prSet presAssocID="{78919EF6-5647-44FF-8D32-184180AD96EA}" presName="Name17" presStyleLbl="parChTrans1D3" presStyleIdx="2" presStyleCnt="4"/>
      <dgm:spPr/>
    </dgm:pt>
    <dgm:pt modelId="{EEB34671-028A-40A4-BF10-6F4CD97EA45D}" type="pres">
      <dgm:prSet presAssocID="{2AF8FE7B-B7C5-4D2A-8BC3-FE611DEB175A}" presName="hierRoot3" presStyleCnt="0"/>
      <dgm:spPr/>
    </dgm:pt>
    <dgm:pt modelId="{855F8F17-10AD-4356-AF3A-68EE85D228AA}" type="pres">
      <dgm:prSet presAssocID="{2AF8FE7B-B7C5-4D2A-8BC3-FE611DEB175A}" presName="composite3" presStyleCnt="0"/>
      <dgm:spPr/>
    </dgm:pt>
    <dgm:pt modelId="{B088C4B1-AC5A-438A-A1AC-A0D0BB2C8BD0}" type="pres">
      <dgm:prSet presAssocID="{2AF8FE7B-B7C5-4D2A-8BC3-FE611DEB175A}" presName="background3" presStyleLbl="node3" presStyleIdx="2" presStyleCnt="4"/>
      <dgm:spPr/>
    </dgm:pt>
    <dgm:pt modelId="{322F8281-E028-4976-886B-4084A8683184}" type="pres">
      <dgm:prSet presAssocID="{2AF8FE7B-B7C5-4D2A-8BC3-FE611DEB175A}" presName="text3" presStyleLbl="fgAcc3" presStyleIdx="2" presStyleCnt="4">
        <dgm:presLayoutVars>
          <dgm:chPref val="3"/>
        </dgm:presLayoutVars>
      </dgm:prSet>
      <dgm:spPr/>
    </dgm:pt>
    <dgm:pt modelId="{C3D3CEEC-1FE7-4F2B-9BCC-4ED54B96C2F7}" type="pres">
      <dgm:prSet presAssocID="{2AF8FE7B-B7C5-4D2A-8BC3-FE611DEB175A}" presName="hierChild4" presStyleCnt="0"/>
      <dgm:spPr/>
    </dgm:pt>
    <dgm:pt modelId="{0912AC26-D62E-4C82-A1D2-E9D876B14AB4}" type="pres">
      <dgm:prSet presAssocID="{6B4557F8-E0AD-4B4B-99D8-9405B022C0B3}" presName="Name17" presStyleLbl="parChTrans1D3" presStyleIdx="3" presStyleCnt="4"/>
      <dgm:spPr/>
    </dgm:pt>
    <dgm:pt modelId="{46F5B60B-A7ED-4896-B2DD-FAC51AB1A09B}" type="pres">
      <dgm:prSet presAssocID="{413D6D69-FBC0-4597-9732-88637D24897D}" presName="hierRoot3" presStyleCnt="0"/>
      <dgm:spPr/>
    </dgm:pt>
    <dgm:pt modelId="{0941CE75-8769-48A4-A7AB-14B1C4A40C1F}" type="pres">
      <dgm:prSet presAssocID="{413D6D69-FBC0-4597-9732-88637D24897D}" presName="composite3" presStyleCnt="0"/>
      <dgm:spPr/>
    </dgm:pt>
    <dgm:pt modelId="{57E0DF77-EF52-44B7-8338-4D6246AF9EDC}" type="pres">
      <dgm:prSet presAssocID="{413D6D69-FBC0-4597-9732-88637D24897D}" presName="background3" presStyleLbl="node3" presStyleIdx="3" presStyleCnt="4"/>
      <dgm:spPr/>
    </dgm:pt>
    <dgm:pt modelId="{DE0FDA38-ABC5-4885-A87E-13AE37AFCEBD}" type="pres">
      <dgm:prSet presAssocID="{413D6D69-FBC0-4597-9732-88637D24897D}" presName="text3" presStyleLbl="fgAcc3" presStyleIdx="3" presStyleCnt="4" custLinFactNeighborX="-4748" custLinFactNeighborY="450">
        <dgm:presLayoutVars>
          <dgm:chPref val="3"/>
        </dgm:presLayoutVars>
      </dgm:prSet>
      <dgm:spPr/>
    </dgm:pt>
    <dgm:pt modelId="{04E6C657-3B68-438F-8837-4D8DD6E7E69F}" type="pres">
      <dgm:prSet presAssocID="{413D6D69-FBC0-4597-9732-88637D24897D}" presName="hierChild4" presStyleCnt="0"/>
      <dgm:spPr/>
    </dgm:pt>
    <dgm:pt modelId="{96E80FB1-B5CF-4A1D-B936-E2B51F41D0F0}" type="pres">
      <dgm:prSet presAssocID="{B81B7F59-520D-420F-9B1D-D3ED627904CF}" presName="Name10" presStyleLbl="parChTrans1D2" presStyleIdx="2" presStyleCnt="4"/>
      <dgm:spPr/>
    </dgm:pt>
    <dgm:pt modelId="{458829ED-2519-44B8-BA8D-93D806D3935D}" type="pres">
      <dgm:prSet presAssocID="{441AF631-E741-4715-B5E2-3F63359F4907}" presName="hierRoot2" presStyleCnt="0"/>
      <dgm:spPr/>
    </dgm:pt>
    <dgm:pt modelId="{CAA7EBEE-E6F0-41B1-96A4-5752790A635F}" type="pres">
      <dgm:prSet presAssocID="{441AF631-E741-4715-B5E2-3F63359F4907}" presName="composite2" presStyleCnt="0"/>
      <dgm:spPr/>
    </dgm:pt>
    <dgm:pt modelId="{494825BA-59F1-4A83-BDF7-AFA8C6AADC84}" type="pres">
      <dgm:prSet presAssocID="{441AF631-E741-4715-B5E2-3F63359F4907}" presName="background2" presStyleLbl="node2" presStyleIdx="2" presStyleCnt="4"/>
      <dgm:spPr/>
    </dgm:pt>
    <dgm:pt modelId="{C4D7ED0A-5737-4516-BF9A-72326BCC0FC3}" type="pres">
      <dgm:prSet presAssocID="{441AF631-E741-4715-B5E2-3F63359F4907}" presName="text2" presStyleLbl="fgAcc2" presStyleIdx="2" presStyleCnt="4">
        <dgm:presLayoutVars>
          <dgm:chPref val="3"/>
        </dgm:presLayoutVars>
      </dgm:prSet>
      <dgm:spPr/>
    </dgm:pt>
    <dgm:pt modelId="{A6070146-804E-4DC8-8D3F-A3421CA255DB}" type="pres">
      <dgm:prSet presAssocID="{441AF631-E741-4715-B5E2-3F63359F4907}" presName="hierChild3" presStyleCnt="0"/>
      <dgm:spPr/>
    </dgm:pt>
    <dgm:pt modelId="{21A7F8A2-1062-4AA5-8797-57DC9BF74858}" type="pres">
      <dgm:prSet presAssocID="{F2518138-D8C4-4B26-8A75-999678BDF6A6}" presName="Name10" presStyleLbl="parChTrans1D2" presStyleIdx="3" presStyleCnt="4"/>
      <dgm:spPr/>
    </dgm:pt>
    <dgm:pt modelId="{D7FA64EB-DD5E-4AC2-8816-637B80042F85}" type="pres">
      <dgm:prSet presAssocID="{7F141666-14DF-4E1E-AF67-222E1567DCC5}" presName="hierRoot2" presStyleCnt="0"/>
      <dgm:spPr/>
    </dgm:pt>
    <dgm:pt modelId="{5CB93A98-6CCF-4CFF-A33C-3974ABAE2515}" type="pres">
      <dgm:prSet presAssocID="{7F141666-14DF-4E1E-AF67-222E1567DCC5}" presName="composite2" presStyleCnt="0"/>
      <dgm:spPr/>
    </dgm:pt>
    <dgm:pt modelId="{594618C3-A4F7-457F-AA51-4F449D78C4E7}" type="pres">
      <dgm:prSet presAssocID="{7F141666-14DF-4E1E-AF67-222E1567DCC5}" presName="background2" presStyleLbl="node2" presStyleIdx="3" presStyleCnt="4"/>
      <dgm:spPr/>
    </dgm:pt>
    <dgm:pt modelId="{434F8915-2C90-45C5-B7FB-13258D79A4DF}" type="pres">
      <dgm:prSet presAssocID="{7F141666-14DF-4E1E-AF67-222E1567DCC5}" presName="text2" presStyleLbl="fgAcc2" presStyleIdx="3" presStyleCnt="4">
        <dgm:presLayoutVars>
          <dgm:chPref val="3"/>
        </dgm:presLayoutVars>
      </dgm:prSet>
      <dgm:spPr/>
    </dgm:pt>
    <dgm:pt modelId="{1EEA24FC-A64F-4DDA-A6BE-889797AD323A}" type="pres">
      <dgm:prSet presAssocID="{7F141666-14DF-4E1E-AF67-222E1567DCC5}" presName="hierChild3" presStyleCnt="0"/>
      <dgm:spPr/>
    </dgm:pt>
  </dgm:ptLst>
  <dgm:cxnLst>
    <dgm:cxn modelId="{DF7C1100-9009-43C9-B1A3-DB9B351D213C}" type="presOf" srcId="{B81B7F59-520D-420F-9B1D-D3ED627904CF}" destId="{96E80FB1-B5CF-4A1D-B936-E2B51F41D0F0}" srcOrd="0" destOrd="0" presId="urn:microsoft.com/office/officeart/2005/8/layout/hierarchy1"/>
    <dgm:cxn modelId="{18219703-3D7A-4398-841F-97E1CFF93DF1}" type="presOf" srcId="{CF7AFBFD-BE1E-401C-B8A6-D265B23F15F3}" destId="{67168DF0-4D71-4A8D-9A7C-4A41D061E383}" srcOrd="0" destOrd="0" presId="urn:microsoft.com/office/officeart/2005/8/layout/hierarchy1"/>
    <dgm:cxn modelId="{6D99830C-5EF6-4045-AF81-ADFA5C6EEC9E}" type="presOf" srcId="{F2518138-D8C4-4B26-8A75-999678BDF6A6}" destId="{21A7F8A2-1062-4AA5-8797-57DC9BF74858}" srcOrd="0" destOrd="0" presId="urn:microsoft.com/office/officeart/2005/8/layout/hierarchy1"/>
    <dgm:cxn modelId="{5E414D0F-7A9C-460C-B0E6-E8D40129FC31}" type="presOf" srcId="{7F141666-14DF-4E1E-AF67-222E1567DCC5}" destId="{434F8915-2C90-45C5-B7FB-13258D79A4DF}" srcOrd="0" destOrd="0" presId="urn:microsoft.com/office/officeart/2005/8/layout/hierarchy1"/>
    <dgm:cxn modelId="{E5466115-7BCA-4820-9CC8-A5ACDBF0103C}" type="presOf" srcId="{487D7417-4A3D-42DE-8DAD-1BF84D24B89C}" destId="{03BB4C5B-ECEB-4C6F-9375-6619BD9D228D}" srcOrd="0" destOrd="0" presId="urn:microsoft.com/office/officeart/2005/8/layout/hierarchy1"/>
    <dgm:cxn modelId="{949E4226-84E7-4679-8F70-041C181EF26F}" type="presOf" srcId="{8E7F25E2-93A3-4903-B07E-AA8F213318C3}" destId="{6023CD0C-452D-4570-812C-4C4DAF13F9B6}" srcOrd="0" destOrd="0" presId="urn:microsoft.com/office/officeart/2005/8/layout/hierarchy1"/>
    <dgm:cxn modelId="{77943727-2DCD-4C7D-A0C3-087E27CA8BAA}" type="presOf" srcId="{A66658F8-EC4D-4BC0-A3ED-C1533C1CA51A}" destId="{0E482735-19F6-40BB-BE22-79C1DF463D80}" srcOrd="0" destOrd="0" presId="urn:microsoft.com/office/officeart/2005/8/layout/hierarchy1"/>
    <dgm:cxn modelId="{FD43E12E-C02F-4E6E-A5BB-B5D74B40D618}" type="presOf" srcId="{1BB0A10D-4D99-44E6-AB24-8B4B80A12417}" destId="{7D580D91-52C8-4F06-A961-91992CDF0AAF}" srcOrd="0" destOrd="0" presId="urn:microsoft.com/office/officeart/2005/8/layout/hierarchy1"/>
    <dgm:cxn modelId="{76AD0D2F-7BD2-4182-A425-D70E5E889EB4}" srcId="{35AA79E9-DDDA-4F9A-8D05-234391CA6591}" destId="{2AF8FE7B-B7C5-4D2A-8BC3-FE611DEB175A}" srcOrd="2" destOrd="0" parTransId="{78919EF6-5647-44FF-8D32-184180AD96EA}" sibTransId="{D68741F5-E54D-4899-82B1-C596BFB2E256}"/>
    <dgm:cxn modelId="{9DF7D862-FBC9-477B-988C-835008DAF2CC}" srcId="{35AA79E9-DDDA-4F9A-8D05-234391CA6591}" destId="{799CC438-7444-482D-BDBA-DAFF77C8C174}" srcOrd="0" destOrd="0" parTransId="{CF7AFBFD-BE1E-401C-B8A6-D265B23F15F3}" sibTransId="{7CA95C91-8F52-4421-BE13-F8A7250C7F16}"/>
    <dgm:cxn modelId="{DC82E665-6D72-4DF2-92EF-0F15DE7FD47A}" srcId="{35AA79E9-DDDA-4F9A-8D05-234391CA6591}" destId="{8E7F25E2-93A3-4903-B07E-AA8F213318C3}" srcOrd="1" destOrd="0" parTransId="{487D7417-4A3D-42DE-8DAD-1BF84D24B89C}" sibTransId="{63D1B137-B502-41C1-8141-770CDB97927F}"/>
    <dgm:cxn modelId="{EB567348-77A8-4D84-98E0-9FE7793265DB}" srcId="{B24ABC18-ED44-4CAC-A7ED-545F3689FFCE}" destId="{7F141666-14DF-4E1E-AF67-222E1567DCC5}" srcOrd="3" destOrd="0" parTransId="{F2518138-D8C4-4B26-8A75-999678BDF6A6}" sibTransId="{36D2C472-B847-40CA-A39D-1A4CCBC4050D}"/>
    <dgm:cxn modelId="{0648826A-9BCC-45B0-B2F2-0FF5ED9DC02C}" srcId="{B24ABC18-ED44-4CAC-A7ED-545F3689FFCE}" destId="{A66658F8-EC4D-4BC0-A3ED-C1533C1CA51A}" srcOrd="0" destOrd="0" parTransId="{21146282-6535-4DC3-88CF-E71FE034FB25}" sibTransId="{BC614D0A-2FB8-4275-8486-9469886592BB}"/>
    <dgm:cxn modelId="{2DA71E6C-51BF-4722-9622-290950C22A4C}" type="presOf" srcId="{7B3B0C89-9DCD-4F43-A873-955CF4422B06}" destId="{561490D4-C568-4809-B15D-5DE941B3142E}" srcOrd="0" destOrd="0" presId="urn:microsoft.com/office/officeart/2005/8/layout/hierarchy1"/>
    <dgm:cxn modelId="{0555BF4C-6DC0-4A90-9F99-A7A6FE236108}" type="presOf" srcId="{413D6D69-FBC0-4597-9732-88637D24897D}" destId="{DE0FDA38-ABC5-4885-A87E-13AE37AFCEBD}" srcOrd="0" destOrd="0" presId="urn:microsoft.com/office/officeart/2005/8/layout/hierarchy1"/>
    <dgm:cxn modelId="{8107F870-48DB-4DDD-81D7-0E1F515D7ED0}" srcId="{B24ABC18-ED44-4CAC-A7ED-545F3689FFCE}" destId="{35AA79E9-DDDA-4F9A-8D05-234391CA6591}" srcOrd="1" destOrd="0" parTransId="{1BB0A10D-4D99-44E6-AB24-8B4B80A12417}" sibTransId="{1F4A4DD8-6840-40E8-BB88-8777F85BAFEF}"/>
    <dgm:cxn modelId="{30137E59-38CD-4802-A6FA-A65A9964B73B}" srcId="{B24ABC18-ED44-4CAC-A7ED-545F3689FFCE}" destId="{441AF631-E741-4715-B5E2-3F63359F4907}" srcOrd="2" destOrd="0" parTransId="{B81B7F59-520D-420F-9B1D-D3ED627904CF}" sibTransId="{7222EED2-DFB4-486E-803C-1E7522CADA07}"/>
    <dgm:cxn modelId="{DEDEE79D-9C94-47B2-B4C2-47317A3A3A95}" type="presOf" srcId="{799CC438-7444-482D-BDBA-DAFF77C8C174}" destId="{4E39E1C3-7C56-40F0-A1A8-3DED4DFB505A}" srcOrd="0" destOrd="0" presId="urn:microsoft.com/office/officeart/2005/8/layout/hierarchy1"/>
    <dgm:cxn modelId="{F095F9B8-0B37-4AF3-A85C-4A090C161A41}" srcId="{35AA79E9-DDDA-4F9A-8D05-234391CA6591}" destId="{413D6D69-FBC0-4597-9732-88637D24897D}" srcOrd="3" destOrd="0" parTransId="{6B4557F8-E0AD-4B4B-99D8-9405B022C0B3}" sibTransId="{B6F75FB1-0488-427F-852A-4B173F8E9A92}"/>
    <dgm:cxn modelId="{A79650BE-D85D-4E5A-93D6-44F510350C61}" type="presOf" srcId="{35AA79E9-DDDA-4F9A-8D05-234391CA6591}" destId="{05D4CB95-EAE9-483A-8A91-E58BB45C46B2}" srcOrd="0" destOrd="0" presId="urn:microsoft.com/office/officeart/2005/8/layout/hierarchy1"/>
    <dgm:cxn modelId="{807785C5-2D67-4C72-9A47-CBB93A844B05}" type="presOf" srcId="{B24ABC18-ED44-4CAC-A7ED-545F3689FFCE}" destId="{519E2000-1BBB-43A8-886A-1EE76EABEEC6}" srcOrd="0" destOrd="0" presId="urn:microsoft.com/office/officeart/2005/8/layout/hierarchy1"/>
    <dgm:cxn modelId="{3660AAC7-7088-46CE-877B-7DFC5B2088C8}" srcId="{7B3B0C89-9DCD-4F43-A873-955CF4422B06}" destId="{B24ABC18-ED44-4CAC-A7ED-545F3689FFCE}" srcOrd="0" destOrd="0" parTransId="{C9D510B4-A275-48A6-B473-12CAF3026506}" sibTransId="{4ED83DA7-926F-4638-828F-629A11D95219}"/>
    <dgm:cxn modelId="{671DF5D1-D501-4B7A-9284-CA5B17263CDC}" type="presOf" srcId="{78919EF6-5647-44FF-8D32-184180AD96EA}" destId="{1F594BB3-ED4A-4221-B97D-EC51CB410C68}" srcOrd="0" destOrd="0" presId="urn:microsoft.com/office/officeart/2005/8/layout/hierarchy1"/>
    <dgm:cxn modelId="{925A1BD6-F8EF-4EC4-B2F5-3D13DFC61CA4}" type="presOf" srcId="{441AF631-E741-4715-B5E2-3F63359F4907}" destId="{C4D7ED0A-5737-4516-BF9A-72326BCC0FC3}" srcOrd="0" destOrd="0" presId="urn:microsoft.com/office/officeart/2005/8/layout/hierarchy1"/>
    <dgm:cxn modelId="{9350D9DB-8F94-4F56-8DBE-3138EC4574C1}" type="presOf" srcId="{2AF8FE7B-B7C5-4D2A-8BC3-FE611DEB175A}" destId="{322F8281-E028-4976-886B-4084A8683184}" srcOrd="0" destOrd="0" presId="urn:microsoft.com/office/officeart/2005/8/layout/hierarchy1"/>
    <dgm:cxn modelId="{596FCFE6-C479-45DB-BA13-F603D85513FE}" type="presOf" srcId="{21146282-6535-4DC3-88CF-E71FE034FB25}" destId="{6A442F23-0971-40DB-8C1E-B4BB7C40785E}" srcOrd="0" destOrd="0" presId="urn:microsoft.com/office/officeart/2005/8/layout/hierarchy1"/>
    <dgm:cxn modelId="{B9F99BF0-93ED-435C-BF95-2C24A4516EDF}" type="presOf" srcId="{6B4557F8-E0AD-4B4B-99D8-9405B022C0B3}" destId="{0912AC26-D62E-4C82-A1D2-E9D876B14AB4}" srcOrd="0" destOrd="0" presId="urn:microsoft.com/office/officeart/2005/8/layout/hierarchy1"/>
    <dgm:cxn modelId="{9AFFDFD6-BFE3-4EF7-A47F-7B5A0808CDBD}" type="presParOf" srcId="{561490D4-C568-4809-B15D-5DE941B3142E}" destId="{2B9418B4-9539-48D5-870E-94468D4AEEED}" srcOrd="0" destOrd="0" presId="urn:microsoft.com/office/officeart/2005/8/layout/hierarchy1"/>
    <dgm:cxn modelId="{1D03C955-B7BB-4576-8D64-FBF69687A03B}" type="presParOf" srcId="{2B9418B4-9539-48D5-870E-94468D4AEEED}" destId="{D7BDCFC7-E231-43BF-8B5A-46738A4E10C5}" srcOrd="0" destOrd="0" presId="urn:microsoft.com/office/officeart/2005/8/layout/hierarchy1"/>
    <dgm:cxn modelId="{36D85412-BF8C-4C0A-B198-181AEE35C0FF}" type="presParOf" srcId="{D7BDCFC7-E231-43BF-8B5A-46738A4E10C5}" destId="{05DDD42B-D258-4D01-98A9-710AD9174C66}" srcOrd="0" destOrd="0" presId="urn:microsoft.com/office/officeart/2005/8/layout/hierarchy1"/>
    <dgm:cxn modelId="{6F4C05C4-3476-4700-9C22-CF18507CC9CE}" type="presParOf" srcId="{D7BDCFC7-E231-43BF-8B5A-46738A4E10C5}" destId="{519E2000-1BBB-43A8-886A-1EE76EABEEC6}" srcOrd="1" destOrd="0" presId="urn:microsoft.com/office/officeart/2005/8/layout/hierarchy1"/>
    <dgm:cxn modelId="{842665C7-80AB-4D67-92A5-21BCAE7253F1}" type="presParOf" srcId="{2B9418B4-9539-48D5-870E-94468D4AEEED}" destId="{B9DFAEB5-3A10-48CE-B050-484D07A386F3}" srcOrd="1" destOrd="0" presId="urn:microsoft.com/office/officeart/2005/8/layout/hierarchy1"/>
    <dgm:cxn modelId="{E98E9746-898A-4B84-ABF2-9AF3ADCC95D6}" type="presParOf" srcId="{B9DFAEB5-3A10-48CE-B050-484D07A386F3}" destId="{6A442F23-0971-40DB-8C1E-B4BB7C40785E}" srcOrd="0" destOrd="0" presId="urn:microsoft.com/office/officeart/2005/8/layout/hierarchy1"/>
    <dgm:cxn modelId="{0202C578-7197-4863-8869-6772D2E794FB}" type="presParOf" srcId="{B9DFAEB5-3A10-48CE-B050-484D07A386F3}" destId="{F7F2EA14-E1E8-44B8-A29B-EBA936535BB0}" srcOrd="1" destOrd="0" presId="urn:microsoft.com/office/officeart/2005/8/layout/hierarchy1"/>
    <dgm:cxn modelId="{50B989A8-FC62-4213-9EC1-DB37ECDCE2FD}" type="presParOf" srcId="{F7F2EA14-E1E8-44B8-A29B-EBA936535BB0}" destId="{222B2C98-D8C6-4AC0-A843-35CBC5B1ADC7}" srcOrd="0" destOrd="0" presId="urn:microsoft.com/office/officeart/2005/8/layout/hierarchy1"/>
    <dgm:cxn modelId="{8175EA34-A458-4A34-8FB0-B8B995024837}" type="presParOf" srcId="{222B2C98-D8C6-4AC0-A843-35CBC5B1ADC7}" destId="{290C1ADE-53F4-4C0E-9015-1DB442FE84B9}" srcOrd="0" destOrd="0" presId="urn:microsoft.com/office/officeart/2005/8/layout/hierarchy1"/>
    <dgm:cxn modelId="{C452C97F-2735-4517-A32E-8A647A0C72BC}" type="presParOf" srcId="{222B2C98-D8C6-4AC0-A843-35CBC5B1ADC7}" destId="{0E482735-19F6-40BB-BE22-79C1DF463D80}" srcOrd="1" destOrd="0" presId="urn:microsoft.com/office/officeart/2005/8/layout/hierarchy1"/>
    <dgm:cxn modelId="{C52C2A1F-470A-4AAE-B1A9-324E9378A05D}" type="presParOf" srcId="{F7F2EA14-E1E8-44B8-A29B-EBA936535BB0}" destId="{B490D181-6601-40F9-B245-905158C2B6FE}" srcOrd="1" destOrd="0" presId="urn:microsoft.com/office/officeart/2005/8/layout/hierarchy1"/>
    <dgm:cxn modelId="{861A8778-AB69-441E-A5BF-9BD889B6FB6E}" type="presParOf" srcId="{B9DFAEB5-3A10-48CE-B050-484D07A386F3}" destId="{7D580D91-52C8-4F06-A961-91992CDF0AAF}" srcOrd="2" destOrd="0" presId="urn:microsoft.com/office/officeart/2005/8/layout/hierarchy1"/>
    <dgm:cxn modelId="{00EBB8F9-B9AA-4D7A-8DBB-40D5E6A867D2}" type="presParOf" srcId="{B9DFAEB5-3A10-48CE-B050-484D07A386F3}" destId="{C23677EC-C883-41D3-B5EB-35C241381FE9}" srcOrd="3" destOrd="0" presId="urn:microsoft.com/office/officeart/2005/8/layout/hierarchy1"/>
    <dgm:cxn modelId="{EDDFB5F4-EC30-4D2E-9A96-D8DA89A99FD4}" type="presParOf" srcId="{C23677EC-C883-41D3-B5EB-35C241381FE9}" destId="{6CBA59CD-A566-48B1-A11D-0DC856FB3CFC}" srcOrd="0" destOrd="0" presId="urn:microsoft.com/office/officeart/2005/8/layout/hierarchy1"/>
    <dgm:cxn modelId="{5F6ECD16-E25E-4BA7-B071-213AF3A37E9F}" type="presParOf" srcId="{6CBA59CD-A566-48B1-A11D-0DC856FB3CFC}" destId="{2606BDD1-4BE5-4F1B-879F-77BE5DDCB04C}" srcOrd="0" destOrd="0" presId="urn:microsoft.com/office/officeart/2005/8/layout/hierarchy1"/>
    <dgm:cxn modelId="{8FED37BA-7CF0-49CD-B95A-52AFCB65AFA9}" type="presParOf" srcId="{6CBA59CD-A566-48B1-A11D-0DC856FB3CFC}" destId="{05D4CB95-EAE9-483A-8A91-E58BB45C46B2}" srcOrd="1" destOrd="0" presId="urn:microsoft.com/office/officeart/2005/8/layout/hierarchy1"/>
    <dgm:cxn modelId="{38384F90-B57D-4561-9A8F-BA63293ACE66}" type="presParOf" srcId="{C23677EC-C883-41D3-B5EB-35C241381FE9}" destId="{6EEEDF79-FC7C-4252-B697-1EC32C7CDFCA}" srcOrd="1" destOrd="0" presId="urn:microsoft.com/office/officeart/2005/8/layout/hierarchy1"/>
    <dgm:cxn modelId="{014122E0-1B95-438C-ACE8-EA4E0CFBCB47}" type="presParOf" srcId="{6EEEDF79-FC7C-4252-B697-1EC32C7CDFCA}" destId="{67168DF0-4D71-4A8D-9A7C-4A41D061E383}" srcOrd="0" destOrd="0" presId="urn:microsoft.com/office/officeart/2005/8/layout/hierarchy1"/>
    <dgm:cxn modelId="{4E491779-A2C3-4F46-880F-50DD8C596CD6}" type="presParOf" srcId="{6EEEDF79-FC7C-4252-B697-1EC32C7CDFCA}" destId="{70908135-B72B-4C95-8DB8-D78C2BB53ED7}" srcOrd="1" destOrd="0" presId="urn:microsoft.com/office/officeart/2005/8/layout/hierarchy1"/>
    <dgm:cxn modelId="{9009D243-6874-4566-946F-B01142DA215F}" type="presParOf" srcId="{70908135-B72B-4C95-8DB8-D78C2BB53ED7}" destId="{D31B6C38-7735-41EC-868E-08DD4CA1AC24}" srcOrd="0" destOrd="0" presId="urn:microsoft.com/office/officeart/2005/8/layout/hierarchy1"/>
    <dgm:cxn modelId="{C29796F8-5626-4090-8B84-6B3E0467DA9C}" type="presParOf" srcId="{D31B6C38-7735-41EC-868E-08DD4CA1AC24}" destId="{72174143-9724-498D-A210-BB8C5EA1F0B3}" srcOrd="0" destOrd="0" presId="urn:microsoft.com/office/officeart/2005/8/layout/hierarchy1"/>
    <dgm:cxn modelId="{F681F953-3E5E-4ACA-8DC3-72FBAA3F4B1B}" type="presParOf" srcId="{D31B6C38-7735-41EC-868E-08DD4CA1AC24}" destId="{4E39E1C3-7C56-40F0-A1A8-3DED4DFB505A}" srcOrd="1" destOrd="0" presId="urn:microsoft.com/office/officeart/2005/8/layout/hierarchy1"/>
    <dgm:cxn modelId="{2937CF77-92D7-4654-A8FD-68D097F58584}" type="presParOf" srcId="{70908135-B72B-4C95-8DB8-D78C2BB53ED7}" destId="{EC7C31A6-17DE-4EF2-A85C-1547E869B15B}" srcOrd="1" destOrd="0" presId="urn:microsoft.com/office/officeart/2005/8/layout/hierarchy1"/>
    <dgm:cxn modelId="{585E2D25-4B46-4B47-A514-F98C7348C74B}" type="presParOf" srcId="{6EEEDF79-FC7C-4252-B697-1EC32C7CDFCA}" destId="{03BB4C5B-ECEB-4C6F-9375-6619BD9D228D}" srcOrd="2" destOrd="0" presId="urn:microsoft.com/office/officeart/2005/8/layout/hierarchy1"/>
    <dgm:cxn modelId="{56B98A0F-50FC-44B6-9C38-CC5581D7E69B}" type="presParOf" srcId="{6EEEDF79-FC7C-4252-B697-1EC32C7CDFCA}" destId="{8DC6C526-04B0-4DAF-9878-9A4C1E486327}" srcOrd="3" destOrd="0" presId="urn:microsoft.com/office/officeart/2005/8/layout/hierarchy1"/>
    <dgm:cxn modelId="{5721F43F-5496-49D7-9985-1402E55F68B9}" type="presParOf" srcId="{8DC6C526-04B0-4DAF-9878-9A4C1E486327}" destId="{9BDA50CA-9D32-4365-BE0D-FF0E1C8922F2}" srcOrd="0" destOrd="0" presId="urn:microsoft.com/office/officeart/2005/8/layout/hierarchy1"/>
    <dgm:cxn modelId="{455D7513-0650-46B2-914A-56DF9E5E1F61}" type="presParOf" srcId="{9BDA50CA-9D32-4365-BE0D-FF0E1C8922F2}" destId="{BF5B0A5C-54F3-42E9-A399-645C04A8A59D}" srcOrd="0" destOrd="0" presId="urn:microsoft.com/office/officeart/2005/8/layout/hierarchy1"/>
    <dgm:cxn modelId="{7DFB10F3-4127-40BE-BFA3-A1807D4100A4}" type="presParOf" srcId="{9BDA50CA-9D32-4365-BE0D-FF0E1C8922F2}" destId="{6023CD0C-452D-4570-812C-4C4DAF13F9B6}" srcOrd="1" destOrd="0" presId="urn:microsoft.com/office/officeart/2005/8/layout/hierarchy1"/>
    <dgm:cxn modelId="{7021D750-6E56-44FD-9F27-66ECB654D602}" type="presParOf" srcId="{8DC6C526-04B0-4DAF-9878-9A4C1E486327}" destId="{C4E7C734-ADB8-4EE2-8405-DDCF3269DF34}" srcOrd="1" destOrd="0" presId="urn:microsoft.com/office/officeart/2005/8/layout/hierarchy1"/>
    <dgm:cxn modelId="{DE8AADA8-41FF-4847-8AB8-9DBEC583C105}" type="presParOf" srcId="{6EEEDF79-FC7C-4252-B697-1EC32C7CDFCA}" destId="{1F594BB3-ED4A-4221-B97D-EC51CB410C68}" srcOrd="4" destOrd="0" presId="urn:microsoft.com/office/officeart/2005/8/layout/hierarchy1"/>
    <dgm:cxn modelId="{29FAA3CA-4EC7-4629-B26B-BCD0C4041CDF}" type="presParOf" srcId="{6EEEDF79-FC7C-4252-B697-1EC32C7CDFCA}" destId="{EEB34671-028A-40A4-BF10-6F4CD97EA45D}" srcOrd="5" destOrd="0" presId="urn:microsoft.com/office/officeart/2005/8/layout/hierarchy1"/>
    <dgm:cxn modelId="{A86F752A-789A-4EDB-9A47-CC44A1AB7108}" type="presParOf" srcId="{EEB34671-028A-40A4-BF10-6F4CD97EA45D}" destId="{855F8F17-10AD-4356-AF3A-68EE85D228AA}" srcOrd="0" destOrd="0" presId="urn:microsoft.com/office/officeart/2005/8/layout/hierarchy1"/>
    <dgm:cxn modelId="{F9249B3D-5DAB-4767-B998-733AA30194CB}" type="presParOf" srcId="{855F8F17-10AD-4356-AF3A-68EE85D228AA}" destId="{B088C4B1-AC5A-438A-A1AC-A0D0BB2C8BD0}" srcOrd="0" destOrd="0" presId="urn:microsoft.com/office/officeart/2005/8/layout/hierarchy1"/>
    <dgm:cxn modelId="{1F716C06-D3A1-4BC9-AB69-BDFEBEDB2C9D}" type="presParOf" srcId="{855F8F17-10AD-4356-AF3A-68EE85D228AA}" destId="{322F8281-E028-4976-886B-4084A8683184}" srcOrd="1" destOrd="0" presId="urn:microsoft.com/office/officeart/2005/8/layout/hierarchy1"/>
    <dgm:cxn modelId="{42FF7D31-D780-4DF7-846C-FCEEE9A6B55D}" type="presParOf" srcId="{EEB34671-028A-40A4-BF10-6F4CD97EA45D}" destId="{C3D3CEEC-1FE7-4F2B-9BCC-4ED54B96C2F7}" srcOrd="1" destOrd="0" presId="urn:microsoft.com/office/officeart/2005/8/layout/hierarchy1"/>
    <dgm:cxn modelId="{04A2A545-C959-48F2-87DB-B4FD9191BE56}" type="presParOf" srcId="{6EEEDF79-FC7C-4252-B697-1EC32C7CDFCA}" destId="{0912AC26-D62E-4C82-A1D2-E9D876B14AB4}" srcOrd="6" destOrd="0" presId="urn:microsoft.com/office/officeart/2005/8/layout/hierarchy1"/>
    <dgm:cxn modelId="{FDABEEC7-E526-43A1-B2E5-10D8A8E74160}" type="presParOf" srcId="{6EEEDF79-FC7C-4252-B697-1EC32C7CDFCA}" destId="{46F5B60B-A7ED-4896-B2DD-FAC51AB1A09B}" srcOrd="7" destOrd="0" presId="urn:microsoft.com/office/officeart/2005/8/layout/hierarchy1"/>
    <dgm:cxn modelId="{30AEDBA9-417E-4E79-8507-223DEBC23E99}" type="presParOf" srcId="{46F5B60B-A7ED-4896-B2DD-FAC51AB1A09B}" destId="{0941CE75-8769-48A4-A7AB-14B1C4A40C1F}" srcOrd="0" destOrd="0" presId="urn:microsoft.com/office/officeart/2005/8/layout/hierarchy1"/>
    <dgm:cxn modelId="{7AF13D7A-58C2-48F2-BD0C-6862ED290FCC}" type="presParOf" srcId="{0941CE75-8769-48A4-A7AB-14B1C4A40C1F}" destId="{57E0DF77-EF52-44B7-8338-4D6246AF9EDC}" srcOrd="0" destOrd="0" presId="urn:microsoft.com/office/officeart/2005/8/layout/hierarchy1"/>
    <dgm:cxn modelId="{83AEDDF8-68F0-4C30-B2C1-BD8C8E8C51B6}" type="presParOf" srcId="{0941CE75-8769-48A4-A7AB-14B1C4A40C1F}" destId="{DE0FDA38-ABC5-4885-A87E-13AE37AFCEBD}" srcOrd="1" destOrd="0" presId="urn:microsoft.com/office/officeart/2005/8/layout/hierarchy1"/>
    <dgm:cxn modelId="{9F51431B-6693-4B02-86AF-64A5E72BF1BC}" type="presParOf" srcId="{46F5B60B-A7ED-4896-B2DD-FAC51AB1A09B}" destId="{04E6C657-3B68-438F-8837-4D8DD6E7E69F}" srcOrd="1" destOrd="0" presId="urn:microsoft.com/office/officeart/2005/8/layout/hierarchy1"/>
    <dgm:cxn modelId="{027CCD85-038C-44FB-98B5-161A80CCADCC}" type="presParOf" srcId="{B9DFAEB5-3A10-48CE-B050-484D07A386F3}" destId="{96E80FB1-B5CF-4A1D-B936-E2B51F41D0F0}" srcOrd="4" destOrd="0" presId="urn:microsoft.com/office/officeart/2005/8/layout/hierarchy1"/>
    <dgm:cxn modelId="{203FFB72-C27E-48F2-AD92-43DC3949326F}" type="presParOf" srcId="{B9DFAEB5-3A10-48CE-B050-484D07A386F3}" destId="{458829ED-2519-44B8-BA8D-93D806D3935D}" srcOrd="5" destOrd="0" presId="urn:microsoft.com/office/officeart/2005/8/layout/hierarchy1"/>
    <dgm:cxn modelId="{2EAD242F-C1C8-408C-BE61-7CD830CD535E}" type="presParOf" srcId="{458829ED-2519-44B8-BA8D-93D806D3935D}" destId="{CAA7EBEE-E6F0-41B1-96A4-5752790A635F}" srcOrd="0" destOrd="0" presId="urn:microsoft.com/office/officeart/2005/8/layout/hierarchy1"/>
    <dgm:cxn modelId="{8E6746B2-EA15-439F-93B1-4CFE552BF2CC}" type="presParOf" srcId="{CAA7EBEE-E6F0-41B1-96A4-5752790A635F}" destId="{494825BA-59F1-4A83-BDF7-AFA8C6AADC84}" srcOrd="0" destOrd="0" presId="urn:microsoft.com/office/officeart/2005/8/layout/hierarchy1"/>
    <dgm:cxn modelId="{B54A7E7B-CA5F-4B50-9C0C-ECB96CD09E13}" type="presParOf" srcId="{CAA7EBEE-E6F0-41B1-96A4-5752790A635F}" destId="{C4D7ED0A-5737-4516-BF9A-72326BCC0FC3}" srcOrd="1" destOrd="0" presId="urn:microsoft.com/office/officeart/2005/8/layout/hierarchy1"/>
    <dgm:cxn modelId="{ABE88BFD-9874-4977-804A-CB6E3480352B}" type="presParOf" srcId="{458829ED-2519-44B8-BA8D-93D806D3935D}" destId="{A6070146-804E-4DC8-8D3F-A3421CA255DB}" srcOrd="1" destOrd="0" presId="urn:microsoft.com/office/officeart/2005/8/layout/hierarchy1"/>
    <dgm:cxn modelId="{06D8919C-700A-4CBC-91E2-DE431A0F145D}" type="presParOf" srcId="{B9DFAEB5-3A10-48CE-B050-484D07A386F3}" destId="{21A7F8A2-1062-4AA5-8797-57DC9BF74858}" srcOrd="6" destOrd="0" presId="urn:microsoft.com/office/officeart/2005/8/layout/hierarchy1"/>
    <dgm:cxn modelId="{2F3C22F5-457D-4622-A6CB-FFBB4FDCD64A}" type="presParOf" srcId="{B9DFAEB5-3A10-48CE-B050-484D07A386F3}" destId="{D7FA64EB-DD5E-4AC2-8816-637B80042F85}" srcOrd="7" destOrd="0" presId="urn:microsoft.com/office/officeart/2005/8/layout/hierarchy1"/>
    <dgm:cxn modelId="{B9D09FF2-1619-40FC-AD4A-A1C203EF8B51}" type="presParOf" srcId="{D7FA64EB-DD5E-4AC2-8816-637B80042F85}" destId="{5CB93A98-6CCF-4CFF-A33C-3974ABAE2515}" srcOrd="0" destOrd="0" presId="urn:microsoft.com/office/officeart/2005/8/layout/hierarchy1"/>
    <dgm:cxn modelId="{0B3F7176-785A-416B-B9C4-2DC829D59EF4}" type="presParOf" srcId="{5CB93A98-6CCF-4CFF-A33C-3974ABAE2515}" destId="{594618C3-A4F7-457F-AA51-4F449D78C4E7}" srcOrd="0" destOrd="0" presId="urn:microsoft.com/office/officeart/2005/8/layout/hierarchy1"/>
    <dgm:cxn modelId="{B1D087F4-DB96-438F-B4F3-932EDE1B8C35}" type="presParOf" srcId="{5CB93A98-6CCF-4CFF-A33C-3974ABAE2515}" destId="{434F8915-2C90-45C5-B7FB-13258D79A4DF}" srcOrd="1" destOrd="0" presId="urn:microsoft.com/office/officeart/2005/8/layout/hierarchy1"/>
    <dgm:cxn modelId="{237CC451-10F6-481D-AFAE-15EB11DCE5F9}" type="presParOf" srcId="{D7FA64EB-DD5E-4AC2-8816-637B80042F85}" destId="{1EEA24FC-A64F-4DDA-A6BE-889797AD32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3B0C89-9DCD-4F43-A873-955CF4422B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24ABC18-ED44-4CAC-A7ED-545F3689FFCE}">
      <dgm:prSet phldrT="[Text]"/>
      <dgm:spPr/>
      <dgm:t>
        <a:bodyPr/>
        <a:lstStyle/>
        <a:p>
          <a:r>
            <a:rPr lang="en-US" dirty="0"/>
            <a:t>Attack types</a:t>
          </a:r>
        </a:p>
      </dgm:t>
    </dgm:pt>
    <dgm:pt modelId="{C9D510B4-A275-48A6-B473-12CAF3026506}" type="parTrans" cxnId="{3660AAC7-7088-46CE-877B-7DFC5B2088C8}">
      <dgm:prSet/>
      <dgm:spPr/>
      <dgm:t>
        <a:bodyPr/>
        <a:lstStyle/>
        <a:p>
          <a:endParaRPr lang="en-US"/>
        </a:p>
      </dgm:t>
    </dgm:pt>
    <dgm:pt modelId="{4ED83DA7-926F-4638-828F-629A11D95219}" type="sibTrans" cxnId="{3660AAC7-7088-46CE-877B-7DFC5B2088C8}">
      <dgm:prSet/>
      <dgm:spPr/>
      <dgm:t>
        <a:bodyPr/>
        <a:lstStyle/>
        <a:p>
          <a:endParaRPr lang="en-US"/>
        </a:p>
      </dgm:t>
    </dgm:pt>
    <dgm:pt modelId="{A66658F8-EC4D-4BC0-A3ED-C1533C1CA51A}">
      <dgm:prSet phldrT="[Text]"/>
      <dgm:spPr/>
      <dgm:t>
        <a:bodyPr/>
        <a:lstStyle/>
        <a:p>
          <a:r>
            <a:rPr lang="en-US" dirty="0"/>
            <a:t>Social engineering attacks</a:t>
          </a:r>
        </a:p>
      </dgm:t>
    </dgm:pt>
    <dgm:pt modelId="{21146282-6535-4DC3-88CF-E71FE034FB25}" type="parTrans" cxnId="{0648826A-9BCC-45B0-B2F2-0FF5ED9DC02C}">
      <dgm:prSet/>
      <dgm:spPr/>
      <dgm:t>
        <a:bodyPr/>
        <a:lstStyle/>
        <a:p>
          <a:endParaRPr lang="en-US"/>
        </a:p>
      </dgm:t>
    </dgm:pt>
    <dgm:pt modelId="{BC614D0A-2FB8-4275-8486-9469886592BB}" type="sibTrans" cxnId="{0648826A-9BCC-45B0-B2F2-0FF5ED9DC02C}">
      <dgm:prSet/>
      <dgm:spPr/>
      <dgm:t>
        <a:bodyPr/>
        <a:lstStyle/>
        <a:p>
          <a:endParaRPr lang="en-US"/>
        </a:p>
      </dgm:t>
    </dgm:pt>
    <dgm:pt modelId="{35AA79E9-DDDA-4F9A-8D05-234391CA6591}">
      <dgm:prSet phldrT="[Text]"/>
      <dgm:spPr/>
      <dgm:t>
        <a:bodyPr/>
        <a:lstStyle/>
        <a:p>
          <a:r>
            <a:rPr lang="en-US" altLang="en-US" dirty="0"/>
            <a:t>Attacks against the application’s software</a:t>
          </a:r>
          <a:endParaRPr lang="en-US" dirty="0"/>
        </a:p>
      </dgm:t>
    </dgm:pt>
    <dgm:pt modelId="{1BB0A10D-4D99-44E6-AB24-8B4B80A12417}" type="parTrans" cxnId="{8107F870-48DB-4DDD-81D7-0E1F515D7ED0}">
      <dgm:prSet/>
      <dgm:spPr/>
      <dgm:t>
        <a:bodyPr/>
        <a:lstStyle/>
        <a:p>
          <a:endParaRPr lang="en-US"/>
        </a:p>
      </dgm:t>
    </dgm:pt>
    <dgm:pt modelId="{1F4A4DD8-6840-40E8-BB88-8777F85BAFEF}" type="sibTrans" cxnId="{8107F870-48DB-4DDD-81D7-0E1F515D7ED0}">
      <dgm:prSet/>
      <dgm:spPr/>
      <dgm:t>
        <a:bodyPr/>
        <a:lstStyle/>
        <a:p>
          <a:endParaRPr lang="en-US"/>
        </a:p>
      </dgm:t>
    </dgm:pt>
    <dgm:pt modelId="{441AF631-E741-4715-B5E2-3F63359F4907}">
      <dgm:prSet phldrT="[Text]"/>
      <dgm:spPr/>
      <dgm:t>
        <a:bodyPr/>
        <a:lstStyle/>
        <a:p>
          <a:r>
            <a:rPr lang="en-US" altLang="en-US" dirty="0"/>
            <a:t>Attacks against the supporting infrastructure</a:t>
          </a:r>
          <a:endParaRPr lang="en-US" dirty="0"/>
        </a:p>
      </dgm:t>
    </dgm:pt>
    <dgm:pt modelId="{B81B7F59-520D-420F-9B1D-D3ED627904CF}" type="parTrans" cxnId="{30137E59-38CD-4802-A6FA-A65A9964B73B}">
      <dgm:prSet/>
      <dgm:spPr/>
      <dgm:t>
        <a:bodyPr/>
        <a:lstStyle/>
        <a:p>
          <a:endParaRPr lang="en-US"/>
        </a:p>
      </dgm:t>
    </dgm:pt>
    <dgm:pt modelId="{7222EED2-DFB4-486E-803C-1E7522CADA07}" type="sibTrans" cxnId="{30137E59-38CD-4802-A6FA-A65A9964B73B}">
      <dgm:prSet/>
      <dgm:spPr/>
      <dgm:t>
        <a:bodyPr/>
        <a:lstStyle/>
        <a:p>
          <a:endParaRPr lang="en-US"/>
        </a:p>
      </dgm:t>
    </dgm:pt>
    <dgm:pt modelId="{7F141666-14DF-4E1E-AF67-222E1567DCC5}">
      <dgm:prSet/>
      <dgm:spPr/>
      <dgm:t>
        <a:bodyPr/>
        <a:lstStyle/>
        <a:p>
          <a:r>
            <a:rPr lang="en-US" altLang="en-US" dirty="0"/>
            <a:t>Physical attacks</a:t>
          </a:r>
        </a:p>
      </dgm:t>
    </dgm:pt>
    <dgm:pt modelId="{F2518138-D8C4-4B26-8A75-999678BDF6A6}" type="parTrans" cxnId="{EB567348-77A8-4D84-98E0-9FE7793265DB}">
      <dgm:prSet/>
      <dgm:spPr/>
      <dgm:t>
        <a:bodyPr/>
        <a:lstStyle/>
        <a:p>
          <a:endParaRPr lang="en-US"/>
        </a:p>
      </dgm:t>
    </dgm:pt>
    <dgm:pt modelId="{36D2C472-B847-40CA-A39D-1A4CCBC4050D}" type="sibTrans" cxnId="{EB567348-77A8-4D84-98E0-9FE7793265DB}">
      <dgm:prSet/>
      <dgm:spPr/>
      <dgm:t>
        <a:bodyPr/>
        <a:lstStyle/>
        <a:p>
          <a:endParaRPr lang="en-US"/>
        </a:p>
      </dgm:t>
    </dgm:pt>
    <dgm:pt modelId="{3C5087F3-9F58-4F4F-8C09-D67BF80ECFD5}">
      <dgm:prSet phldrT="[Text]"/>
      <dgm:spPr/>
      <dgm:t>
        <a:bodyPr/>
        <a:lstStyle/>
        <a:p>
          <a:r>
            <a:rPr lang="en-US" b="1" dirty="0"/>
            <a:t>DOS/DDOS</a:t>
          </a:r>
        </a:p>
      </dgm:t>
    </dgm:pt>
    <dgm:pt modelId="{6CD1E04F-5E85-4DD7-80B0-828D426A9310}" type="parTrans" cxnId="{2FB171E5-CAFD-46F2-8C54-BA5332DD5D5D}">
      <dgm:prSet/>
      <dgm:spPr/>
      <dgm:t>
        <a:bodyPr/>
        <a:lstStyle/>
        <a:p>
          <a:endParaRPr lang="en-US"/>
        </a:p>
      </dgm:t>
    </dgm:pt>
    <dgm:pt modelId="{2EC8B496-BEBB-47E6-9710-397DBFCC4C53}" type="sibTrans" cxnId="{2FB171E5-CAFD-46F2-8C54-BA5332DD5D5D}">
      <dgm:prSet/>
      <dgm:spPr/>
      <dgm:t>
        <a:bodyPr/>
        <a:lstStyle/>
        <a:p>
          <a:endParaRPr lang="en-US"/>
        </a:p>
      </dgm:t>
    </dgm:pt>
    <dgm:pt modelId="{DC32212A-13CB-45BF-A0E3-D71A7F777D0E}">
      <dgm:prSet phldrT="[Text]"/>
      <dgm:spPr/>
      <dgm:t>
        <a:bodyPr/>
        <a:lstStyle/>
        <a:p>
          <a:r>
            <a:rPr lang="en-US" altLang="en-US" b="1" i="1"/>
            <a:t>Virus</a:t>
          </a:r>
          <a:endParaRPr lang="en-US" dirty="0"/>
        </a:p>
      </dgm:t>
    </dgm:pt>
    <dgm:pt modelId="{B9094DD3-41A1-4A7C-9981-980BCDC82990}" type="parTrans" cxnId="{5EB9F3DE-B01E-4492-8AAC-B218DBE0942F}">
      <dgm:prSet/>
      <dgm:spPr/>
      <dgm:t>
        <a:bodyPr/>
        <a:lstStyle/>
        <a:p>
          <a:endParaRPr lang="en-US"/>
        </a:p>
      </dgm:t>
    </dgm:pt>
    <dgm:pt modelId="{68C5D35E-8FFE-4FE4-A04F-96D2C48329CF}" type="sibTrans" cxnId="{5EB9F3DE-B01E-4492-8AAC-B218DBE0942F}">
      <dgm:prSet/>
      <dgm:spPr/>
      <dgm:t>
        <a:bodyPr/>
        <a:lstStyle/>
        <a:p>
          <a:endParaRPr lang="en-US"/>
        </a:p>
      </dgm:t>
    </dgm:pt>
    <dgm:pt modelId="{3F69377B-CC7A-48A0-BE6A-8F8CA9CACB94}">
      <dgm:prSet/>
      <dgm:spPr/>
      <dgm:t>
        <a:bodyPr/>
        <a:lstStyle/>
        <a:p>
          <a:r>
            <a:rPr lang="en-US" altLang="en-US" b="1" i="1"/>
            <a:t>Worm</a:t>
          </a:r>
          <a:endParaRPr lang="en-US" altLang="en-US" b="1" i="1" dirty="0"/>
        </a:p>
      </dgm:t>
    </dgm:pt>
    <dgm:pt modelId="{64A1F0E2-520E-4188-8C01-44CB7F456725}" type="parTrans" cxnId="{C06DD8F9-DC57-42C6-ABBC-1FA6B7BA0E67}">
      <dgm:prSet/>
      <dgm:spPr/>
      <dgm:t>
        <a:bodyPr/>
        <a:lstStyle/>
        <a:p>
          <a:endParaRPr lang="en-US"/>
        </a:p>
      </dgm:t>
    </dgm:pt>
    <dgm:pt modelId="{F7E1D596-7C30-466C-9DAD-ED4643471EF8}" type="sibTrans" cxnId="{C06DD8F9-DC57-42C6-ABBC-1FA6B7BA0E67}">
      <dgm:prSet/>
      <dgm:spPr/>
      <dgm:t>
        <a:bodyPr/>
        <a:lstStyle/>
        <a:p>
          <a:endParaRPr lang="en-US"/>
        </a:p>
      </dgm:t>
    </dgm:pt>
    <dgm:pt modelId="{FD0FDFD3-C826-4CA0-8A33-DC139A8DB070}">
      <dgm:prSet/>
      <dgm:spPr/>
      <dgm:t>
        <a:bodyPr/>
        <a:lstStyle/>
        <a:p>
          <a:r>
            <a:rPr lang="en-US" altLang="en-US" b="1" i="1"/>
            <a:t>Trojans</a:t>
          </a:r>
          <a:endParaRPr lang="en-US"/>
        </a:p>
      </dgm:t>
    </dgm:pt>
    <dgm:pt modelId="{C9BC9E01-0640-4133-B5A7-AE1301546B33}" type="parTrans" cxnId="{7C7DA60E-EAC8-4EAE-9210-651F1A8417AB}">
      <dgm:prSet/>
      <dgm:spPr/>
      <dgm:t>
        <a:bodyPr/>
        <a:lstStyle/>
        <a:p>
          <a:endParaRPr lang="en-US"/>
        </a:p>
      </dgm:t>
    </dgm:pt>
    <dgm:pt modelId="{379311F7-32A2-43F8-AC75-9217705A1D29}" type="sibTrans" cxnId="{7C7DA60E-EAC8-4EAE-9210-651F1A8417AB}">
      <dgm:prSet/>
      <dgm:spPr/>
      <dgm:t>
        <a:bodyPr/>
        <a:lstStyle/>
        <a:p>
          <a:endParaRPr lang="en-US"/>
        </a:p>
      </dgm:t>
    </dgm:pt>
    <dgm:pt modelId="{91E97225-A703-4F7F-B02F-E2F245EF4587}">
      <dgm:prSet/>
      <dgm:spPr/>
      <dgm:t>
        <a:bodyPr/>
        <a:lstStyle/>
        <a:p>
          <a:r>
            <a:rPr lang="en-US" altLang="en-US" b="1" i="1"/>
            <a:t>logic bombs</a:t>
          </a:r>
          <a:endParaRPr lang="en-US" b="1" dirty="0"/>
        </a:p>
      </dgm:t>
    </dgm:pt>
    <dgm:pt modelId="{E061B6C8-A2AA-46B0-BDD8-5BE6CCAECBAD}" type="parTrans" cxnId="{B45C465C-15F2-402D-A620-C7E09CA1BDEA}">
      <dgm:prSet/>
      <dgm:spPr/>
    </dgm:pt>
    <dgm:pt modelId="{6F0EF3F9-F20E-4B48-9179-E116EEEB145D}" type="sibTrans" cxnId="{B45C465C-15F2-402D-A620-C7E09CA1BDEA}">
      <dgm:prSet/>
      <dgm:spPr/>
    </dgm:pt>
    <dgm:pt modelId="{561490D4-C568-4809-B15D-5DE941B3142E}" type="pres">
      <dgm:prSet presAssocID="{7B3B0C89-9DCD-4F43-A873-955CF4422B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18B4-9539-48D5-870E-94468D4AEEED}" type="pres">
      <dgm:prSet presAssocID="{B24ABC18-ED44-4CAC-A7ED-545F3689FFCE}" presName="hierRoot1" presStyleCnt="0"/>
      <dgm:spPr/>
    </dgm:pt>
    <dgm:pt modelId="{D7BDCFC7-E231-43BF-8B5A-46738A4E10C5}" type="pres">
      <dgm:prSet presAssocID="{B24ABC18-ED44-4CAC-A7ED-545F3689FFCE}" presName="composite" presStyleCnt="0"/>
      <dgm:spPr/>
    </dgm:pt>
    <dgm:pt modelId="{05DDD42B-D258-4D01-98A9-710AD9174C66}" type="pres">
      <dgm:prSet presAssocID="{B24ABC18-ED44-4CAC-A7ED-545F3689FFCE}" presName="background" presStyleLbl="node0" presStyleIdx="0" presStyleCnt="1"/>
      <dgm:spPr/>
    </dgm:pt>
    <dgm:pt modelId="{519E2000-1BBB-43A8-886A-1EE76EABEEC6}" type="pres">
      <dgm:prSet presAssocID="{B24ABC18-ED44-4CAC-A7ED-545F3689FFCE}" presName="text" presStyleLbl="fgAcc0" presStyleIdx="0" presStyleCnt="1">
        <dgm:presLayoutVars>
          <dgm:chPref val="3"/>
        </dgm:presLayoutVars>
      </dgm:prSet>
      <dgm:spPr/>
    </dgm:pt>
    <dgm:pt modelId="{B9DFAEB5-3A10-48CE-B050-484D07A386F3}" type="pres">
      <dgm:prSet presAssocID="{B24ABC18-ED44-4CAC-A7ED-545F3689FFCE}" presName="hierChild2" presStyleCnt="0"/>
      <dgm:spPr/>
    </dgm:pt>
    <dgm:pt modelId="{6A442F23-0971-40DB-8C1E-B4BB7C40785E}" type="pres">
      <dgm:prSet presAssocID="{21146282-6535-4DC3-88CF-E71FE034FB25}" presName="Name10" presStyleLbl="parChTrans1D2" presStyleIdx="0" presStyleCnt="4"/>
      <dgm:spPr/>
    </dgm:pt>
    <dgm:pt modelId="{F7F2EA14-E1E8-44B8-A29B-EBA936535BB0}" type="pres">
      <dgm:prSet presAssocID="{A66658F8-EC4D-4BC0-A3ED-C1533C1CA51A}" presName="hierRoot2" presStyleCnt="0"/>
      <dgm:spPr/>
    </dgm:pt>
    <dgm:pt modelId="{222B2C98-D8C6-4AC0-A843-35CBC5B1ADC7}" type="pres">
      <dgm:prSet presAssocID="{A66658F8-EC4D-4BC0-A3ED-C1533C1CA51A}" presName="composite2" presStyleCnt="0"/>
      <dgm:spPr/>
    </dgm:pt>
    <dgm:pt modelId="{290C1ADE-53F4-4C0E-9015-1DB442FE84B9}" type="pres">
      <dgm:prSet presAssocID="{A66658F8-EC4D-4BC0-A3ED-C1533C1CA51A}" presName="background2" presStyleLbl="node2" presStyleIdx="0" presStyleCnt="4"/>
      <dgm:spPr/>
    </dgm:pt>
    <dgm:pt modelId="{0E482735-19F6-40BB-BE22-79C1DF463D80}" type="pres">
      <dgm:prSet presAssocID="{A66658F8-EC4D-4BC0-A3ED-C1533C1CA51A}" presName="text2" presStyleLbl="fgAcc2" presStyleIdx="0" presStyleCnt="4">
        <dgm:presLayoutVars>
          <dgm:chPref val="3"/>
        </dgm:presLayoutVars>
      </dgm:prSet>
      <dgm:spPr/>
    </dgm:pt>
    <dgm:pt modelId="{B490D181-6601-40F9-B245-905158C2B6FE}" type="pres">
      <dgm:prSet presAssocID="{A66658F8-EC4D-4BC0-A3ED-C1533C1CA51A}" presName="hierChild3" presStyleCnt="0"/>
      <dgm:spPr/>
    </dgm:pt>
    <dgm:pt modelId="{7D580D91-52C8-4F06-A961-91992CDF0AAF}" type="pres">
      <dgm:prSet presAssocID="{1BB0A10D-4D99-44E6-AB24-8B4B80A12417}" presName="Name10" presStyleLbl="parChTrans1D2" presStyleIdx="1" presStyleCnt="4"/>
      <dgm:spPr/>
    </dgm:pt>
    <dgm:pt modelId="{C23677EC-C883-41D3-B5EB-35C241381FE9}" type="pres">
      <dgm:prSet presAssocID="{35AA79E9-DDDA-4F9A-8D05-234391CA6591}" presName="hierRoot2" presStyleCnt="0"/>
      <dgm:spPr/>
    </dgm:pt>
    <dgm:pt modelId="{6CBA59CD-A566-48B1-A11D-0DC856FB3CFC}" type="pres">
      <dgm:prSet presAssocID="{35AA79E9-DDDA-4F9A-8D05-234391CA6591}" presName="composite2" presStyleCnt="0"/>
      <dgm:spPr/>
    </dgm:pt>
    <dgm:pt modelId="{2606BDD1-4BE5-4F1B-879F-77BE5DDCB04C}" type="pres">
      <dgm:prSet presAssocID="{35AA79E9-DDDA-4F9A-8D05-234391CA6591}" presName="background2" presStyleLbl="node2" presStyleIdx="1" presStyleCnt="4"/>
      <dgm:spPr/>
    </dgm:pt>
    <dgm:pt modelId="{05D4CB95-EAE9-483A-8A91-E58BB45C46B2}" type="pres">
      <dgm:prSet presAssocID="{35AA79E9-DDDA-4F9A-8D05-234391CA6591}" presName="text2" presStyleLbl="fgAcc2" presStyleIdx="1" presStyleCnt="4" custLinFactNeighborX="-959" custLinFactNeighborY="-3677">
        <dgm:presLayoutVars>
          <dgm:chPref val="3"/>
        </dgm:presLayoutVars>
      </dgm:prSet>
      <dgm:spPr/>
    </dgm:pt>
    <dgm:pt modelId="{6EEEDF79-FC7C-4252-B697-1EC32C7CDFCA}" type="pres">
      <dgm:prSet presAssocID="{35AA79E9-DDDA-4F9A-8D05-234391CA6591}" presName="hierChild3" presStyleCnt="0"/>
      <dgm:spPr/>
    </dgm:pt>
    <dgm:pt modelId="{96E80FB1-B5CF-4A1D-B936-E2B51F41D0F0}" type="pres">
      <dgm:prSet presAssocID="{B81B7F59-520D-420F-9B1D-D3ED627904CF}" presName="Name10" presStyleLbl="parChTrans1D2" presStyleIdx="2" presStyleCnt="4"/>
      <dgm:spPr/>
    </dgm:pt>
    <dgm:pt modelId="{458829ED-2519-44B8-BA8D-93D806D3935D}" type="pres">
      <dgm:prSet presAssocID="{441AF631-E741-4715-B5E2-3F63359F4907}" presName="hierRoot2" presStyleCnt="0"/>
      <dgm:spPr/>
    </dgm:pt>
    <dgm:pt modelId="{CAA7EBEE-E6F0-41B1-96A4-5752790A635F}" type="pres">
      <dgm:prSet presAssocID="{441AF631-E741-4715-B5E2-3F63359F4907}" presName="composite2" presStyleCnt="0"/>
      <dgm:spPr/>
    </dgm:pt>
    <dgm:pt modelId="{494825BA-59F1-4A83-BDF7-AFA8C6AADC84}" type="pres">
      <dgm:prSet presAssocID="{441AF631-E741-4715-B5E2-3F63359F4907}" presName="background2" presStyleLbl="node2" presStyleIdx="2" presStyleCnt="4"/>
      <dgm:spPr/>
    </dgm:pt>
    <dgm:pt modelId="{C4D7ED0A-5737-4516-BF9A-72326BCC0FC3}" type="pres">
      <dgm:prSet presAssocID="{441AF631-E741-4715-B5E2-3F63359F4907}" presName="text2" presStyleLbl="fgAcc2" presStyleIdx="2" presStyleCnt="4">
        <dgm:presLayoutVars>
          <dgm:chPref val="3"/>
        </dgm:presLayoutVars>
      </dgm:prSet>
      <dgm:spPr/>
    </dgm:pt>
    <dgm:pt modelId="{A6070146-804E-4DC8-8D3F-A3421CA255DB}" type="pres">
      <dgm:prSet presAssocID="{441AF631-E741-4715-B5E2-3F63359F4907}" presName="hierChild3" presStyleCnt="0"/>
      <dgm:spPr/>
    </dgm:pt>
    <dgm:pt modelId="{4673A402-9C40-46C5-BAE6-C661BC374EAA}" type="pres">
      <dgm:prSet presAssocID="{6CD1E04F-5E85-4DD7-80B0-828D426A9310}" presName="Name17" presStyleLbl="parChTrans1D3" presStyleIdx="0" presStyleCnt="5"/>
      <dgm:spPr/>
    </dgm:pt>
    <dgm:pt modelId="{6799E75F-67C5-4F8C-8B12-2AFBAA1BA22F}" type="pres">
      <dgm:prSet presAssocID="{3C5087F3-9F58-4F4F-8C09-D67BF80ECFD5}" presName="hierRoot3" presStyleCnt="0"/>
      <dgm:spPr/>
    </dgm:pt>
    <dgm:pt modelId="{8B57B42F-73CA-46B4-8BCC-0CFEF2053E90}" type="pres">
      <dgm:prSet presAssocID="{3C5087F3-9F58-4F4F-8C09-D67BF80ECFD5}" presName="composite3" presStyleCnt="0"/>
      <dgm:spPr/>
    </dgm:pt>
    <dgm:pt modelId="{05E869B9-1CB9-4745-8EFE-107106BFAB4A}" type="pres">
      <dgm:prSet presAssocID="{3C5087F3-9F58-4F4F-8C09-D67BF80ECFD5}" presName="background3" presStyleLbl="node3" presStyleIdx="0" presStyleCnt="5"/>
      <dgm:spPr/>
    </dgm:pt>
    <dgm:pt modelId="{F65D3351-C39A-408D-A097-F03FD90852BA}" type="pres">
      <dgm:prSet presAssocID="{3C5087F3-9F58-4F4F-8C09-D67BF80ECFD5}" presName="text3" presStyleLbl="fgAcc3" presStyleIdx="0" presStyleCnt="5">
        <dgm:presLayoutVars>
          <dgm:chPref val="3"/>
        </dgm:presLayoutVars>
      </dgm:prSet>
      <dgm:spPr/>
    </dgm:pt>
    <dgm:pt modelId="{BF93131E-5177-43AE-A19B-AF7C86F03BD8}" type="pres">
      <dgm:prSet presAssocID="{3C5087F3-9F58-4F4F-8C09-D67BF80ECFD5}" presName="hierChild4" presStyleCnt="0"/>
      <dgm:spPr/>
    </dgm:pt>
    <dgm:pt modelId="{955B1F9B-DB65-44B2-A39A-1E12C4068799}" type="pres">
      <dgm:prSet presAssocID="{E061B6C8-A2AA-46B0-BDD8-5BE6CCAECBAD}" presName="Name17" presStyleLbl="parChTrans1D3" presStyleIdx="1" presStyleCnt="5"/>
      <dgm:spPr/>
    </dgm:pt>
    <dgm:pt modelId="{9F8AA662-9B86-48AD-B0E3-C38F5A5F934D}" type="pres">
      <dgm:prSet presAssocID="{91E97225-A703-4F7F-B02F-E2F245EF4587}" presName="hierRoot3" presStyleCnt="0"/>
      <dgm:spPr/>
    </dgm:pt>
    <dgm:pt modelId="{CB8DDA53-E6AF-42C7-BBD5-A4B0BC37E2BD}" type="pres">
      <dgm:prSet presAssocID="{91E97225-A703-4F7F-B02F-E2F245EF4587}" presName="composite3" presStyleCnt="0"/>
      <dgm:spPr/>
    </dgm:pt>
    <dgm:pt modelId="{68CE6EFC-F00C-4825-A5F0-8455B42818F9}" type="pres">
      <dgm:prSet presAssocID="{91E97225-A703-4F7F-B02F-E2F245EF4587}" presName="background3" presStyleLbl="node3" presStyleIdx="1" presStyleCnt="5"/>
      <dgm:spPr/>
    </dgm:pt>
    <dgm:pt modelId="{4423F4E4-BF16-4269-A3EB-87AF5A8443B2}" type="pres">
      <dgm:prSet presAssocID="{91E97225-A703-4F7F-B02F-E2F245EF4587}" presName="text3" presStyleLbl="fgAcc3" presStyleIdx="1" presStyleCnt="5">
        <dgm:presLayoutVars>
          <dgm:chPref val="3"/>
        </dgm:presLayoutVars>
      </dgm:prSet>
      <dgm:spPr/>
    </dgm:pt>
    <dgm:pt modelId="{1304842F-86CE-4B67-BFF2-DC8CD5BC33C8}" type="pres">
      <dgm:prSet presAssocID="{91E97225-A703-4F7F-B02F-E2F245EF4587}" presName="hierChild4" presStyleCnt="0"/>
      <dgm:spPr/>
    </dgm:pt>
    <dgm:pt modelId="{8CBF7A1F-ACD1-4156-8D44-15EB2782DDA7}" type="pres">
      <dgm:prSet presAssocID="{B9094DD3-41A1-4A7C-9981-980BCDC82990}" presName="Name17" presStyleLbl="parChTrans1D3" presStyleIdx="2" presStyleCnt="5"/>
      <dgm:spPr/>
    </dgm:pt>
    <dgm:pt modelId="{F153C20F-F1E5-49FF-9CC5-3B845C8EAC05}" type="pres">
      <dgm:prSet presAssocID="{DC32212A-13CB-45BF-A0E3-D71A7F777D0E}" presName="hierRoot3" presStyleCnt="0"/>
      <dgm:spPr/>
    </dgm:pt>
    <dgm:pt modelId="{8EAF5876-31BE-478C-B3EB-872493611FF0}" type="pres">
      <dgm:prSet presAssocID="{DC32212A-13CB-45BF-A0E3-D71A7F777D0E}" presName="composite3" presStyleCnt="0"/>
      <dgm:spPr/>
    </dgm:pt>
    <dgm:pt modelId="{516E0091-EB9A-40A3-A824-F30A3E3B4621}" type="pres">
      <dgm:prSet presAssocID="{DC32212A-13CB-45BF-A0E3-D71A7F777D0E}" presName="background3" presStyleLbl="node3" presStyleIdx="2" presStyleCnt="5"/>
      <dgm:spPr/>
    </dgm:pt>
    <dgm:pt modelId="{62E58284-EBAC-4C1B-BEC1-321EA5E2A8D9}" type="pres">
      <dgm:prSet presAssocID="{DC32212A-13CB-45BF-A0E3-D71A7F777D0E}" presName="text3" presStyleLbl="fgAcc3" presStyleIdx="2" presStyleCnt="5">
        <dgm:presLayoutVars>
          <dgm:chPref val="3"/>
        </dgm:presLayoutVars>
      </dgm:prSet>
      <dgm:spPr/>
    </dgm:pt>
    <dgm:pt modelId="{C9C9CD8F-1FAD-47A4-A6E1-18CBA92DC4A5}" type="pres">
      <dgm:prSet presAssocID="{DC32212A-13CB-45BF-A0E3-D71A7F777D0E}" presName="hierChild4" presStyleCnt="0"/>
      <dgm:spPr/>
    </dgm:pt>
    <dgm:pt modelId="{F4AD3B21-DE38-44D6-BE9C-AE063F00A4F8}" type="pres">
      <dgm:prSet presAssocID="{64A1F0E2-520E-4188-8C01-44CB7F456725}" presName="Name17" presStyleLbl="parChTrans1D3" presStyleIdx="3" presStyleCnt="5"/>
      <dgm:spPr/>
    </dgm:pt>
    <dgm:pt modelId="{059EE7A0-0C83-40C4-A096-76FE59DB4E6C}" type="pres">
      <dgm:prSet presAssocID="{3F69377B-CC7A-48A0-BE6A-8F8CA9CACB94}" presName="hierRoot3" presStyleCnt="0"/>
      <dgm:spPr/>
    </dgm:pt>
    <dgm:pt modelId="{374A5A2A-94CB-4A88-97FC-E775D27D3DE6}" type="pres">
      <dgm:prSet presAssocID="{3F69377B-CC7A-48A0-BE6A-8F8CA9CACB94}" presName="composite3" presStyleCnt="0"/>
      <dgm:spPr/>
    </dgm:pt>
    <dgm:pt modelId="{7402711B-A9CF-42AB-A82A-9CC123AE57C9}" type="pres">
      <dgm:prSet presAssocID="{3F69377B-CC7A-48A0-BE6A-8F8CA9CACB94}" presName="background3" presStyleLbl="node3" presStyleIdx="3" presStyleCnt="5"/>
      <dgm:spPr/>
    </dgm:pt>
    <dgm:pt modelId="{2CAAE2B1-B9DC-437F-95E5-98F559B5BDE9}" type="pres">
      <dgm:prSet presAssocID="{3F69377B-CC7A-48A0-BE6A-8F8CA9CACB94}" presName="text3" presStyleLbl="fgAcc3" presStyleIdx="3" presStyleCnt="5">
        <dgm:presLayoutVars>
          <dgm:chPref val="3"/>
        </dgm:presLayoutVars>
      </dgm:prSet>
      <dgm:spPr/>
    </dgm:pt>
    <dgm:pt modelId="{74CAEA69-47D5-4E49-9BD9-6CF91D2CC117}" type="pres">
      <dgm:prSet presAssocID="{3F69377B-CC7A-48A0-BE6A-8F8CA9CACB94}" presName="hierChild4" presStyleCnt="0"/>
      <dgm:spPr/>
    </dgm:pt>
    <dgm:pt modelId="{8AC38BB9-CB83-4EE3-9E7C-9CF07F981E74}" type="pres">
      <dgm:prSet presAssocID="{C9BC9E01-0640-4133-B5A7-AE1301546B33}" presName="Name17" presStyleLbl="parChTrans1D3" presStyleIdx="4" presStyleCnt="5"/>
      <dgm:spPr/>
    </dgm:pt>
    <dgm:pt modelId="{A1570C5E-559E-4850-8F9E-6BB1E012D852}" type="pres">
      <dgm:prSet presAssocID="{FD0FDFD3-C826-4CA0-8A33-DC139A8DB070}" presName="hierRoot3" presStyleCnt="0"/>
      <dgm:spPr/>
    </dgm:pt>
    <dgm:pt modelId="{48B4CF55-9AE7-48BD-ADB7-C588FC3D0668}" type="pres">
      <dgm:prSet presAssocID="{FD0FDFD3-C826-4CA0-8A33-DC139A8DB070}" presName="composite3" presStyleCnt="0"/>
      <dgm:spPr/>
    </dgm:pt>
    <dgm:pt modelId="{BEED0082-F006-4E3F-87F8-3A927170580F}" type="pres">
      <dgm:prSet presAssocID="{FD0FDFD3-C826-4CA0-8A33-DC139A8DB070}" presName="background3" presStyleLbl="node3" presStyleIdx="4" presStyleCnt="5"/>
      <dgm:spPr/>
    </dgm:pt>
    <dgm:pt modelId="{70837914-2F67-44C3-B0F9-363297390C65}" type="pres">
      <dgm:prSet presAssocID="{FD0FDFD3-C826-4CA0-8A33-DC139A8DB070}" presName="text3" presStyleLbl="fgAcc3" presStyleIdx="4" presStyleCnt="5">
        <dgm:presLayoutVars>
          <dgm:chPref val="3"/>
        </dgm:presLayoutVars>
      </dgm:prSet>
      <dgm:spPr/>
    </dgm:pt>
    <dgm:pt modelId="{EBDEBF8A-B0BC-42D1-B9ED-4A88744583A4}" type="pres">
      <dgm:prSet presAssocID="{FD0FDFD3-C826-4CA0-8A33-DC139A8DB070}" presName="hierChild4" presStyleCnt="0"/>
      <dgm:spPr/>
    </dgm:pt>
    <dgm:pt modelId="{21A7F8A2-1062-4AA5-8797-57DC9BF74858}" type="pres">
      <dgm:prSet presAssocID="{F2518138-D8C4-4B26-8A75-999678BDF6A6}" presName="Name10" presStyleLbl="parChTrans1D2" presStyleIdx="3" presStyleCnt="4"/>
      <dgm:spPr/>
    </dgm:pt>
    <dgm:pt modelId="{D7FA64EB-DD5E-4AC2-8816-637B80042F85}" type="pres">
      <dgm:prSet presAssocID="{7F141666-14DF-4E1E-AF67-222E1567DCC5}" presName="hierRoot2" presStyleCnt="0"/>
      <dgm:spPr/>
    </dgm:pt>
    <dgm:pt modelId="{5CB93A98-6CCF-4CFF-A33C-3974ABAE2515}" type="pres">
      <dgm:prSet presAssocID="{7F141666-14DF-4E1E-AF67-222E1567DCC5}" presName="composite2" presStyleCnt="0"/>
      <dgm:spPr/>
    </dgm:pt>
    <dgm:pt modelId="{594618C3-A4F7-457F-AA51-4F449D78C4E7}" type="pres">
      <dgm:prSet presAssocID="{7F141666-14DF-4E1E-AF67-222E1567DCC5}" presName="background2" presStyleLbl="node2" presStyleIdx="3" presStyleCnt="4"/>
      <dgm:spPr/>
    </dgm:pt>
    <dgm:pt modelId="{434F8915-2C90-45C5-B7FB-13258D79A4DF}" type="pres">
      <dgm:prSet presAssocID="{7F141666-14DF-4E1E-AF67-222E1567DCC5}" presName="text2" presStyleLbl="fgAcc2" presStyleIdx="3" presStyleCnt="4">
        <dgm:presLayoutVars>
          <dgm:chPref val="3"/>
        </dgm:presLayoutVars>
      </dgm:prSet>
      <dgm:spPr/>
    </dgm:pt>
    <dgm:pt modelId="{1EEA24FC-A64F-4DDA-A6BE-889797AD323A}" type="pres">
      <dgm:prSet presAssocID="{7F141666-14DF-4E1E-AF67-222E1567DCC5}" presName="hierChild3" presStyleCnt="0"/>
      <dgm:spPr/>
    </dgm:pt>
  </dgm:ptLst>
  <dgm:cxnLst>
    <dgm:cxn modelId="{DF7C1100-9009-43C9-B1A3-DB9B351D213C}" type="presOf" srcId="{B81B7F59-520D-420F-9B1D-D3ED627904CF}" destId="{96E80FB1-B5CF-4A1D-B936-E2B51F41D0F0}" srcOrd="0" destOrd="0" presId="urn:microsoft.com/office/officeart/2005/8/layout/hierarchy1"/>
    <dgm:cxn modelId="{6D99830C-5EF6-4045-AF81-ADFA5C6EEC9E}" type="presOf" srcId="{F2518138-D8C4-4B26-8A75-999678BDF6A6}" destId="{21A7F8A2-1062-4AA5-8797-57DC9BF74858}" srcOrd="0" destOrd="0" presId="urn:microsoft.com/office/officeart/2005/8/layout/hierarchy1"/>
    <dgm:cxn modelId="{7C7DA60E-EAC8-4EAE-9210-651F1A8417AB}" srcId="{441AF631-E741-4715-B5E2-3F63359F4907}" destId="{FD0FDFD3-C826-4CA0-8A33-DC139A8DB070}" srcOrd="4" destOrd="0" parTransId="{C9BC9E01-0640-4133-B5A7-AE1301546B33}" sibTransId="{379311F7-32A2-43F8-AC75-9217705A1D29}"/>
    <dgm:cxn modelId="{5E414D0F-7A9C-460C-B0E6-E8D40129FC31}" type="presOf" srcId="{7F141666-14DF-4E1E-AF67-222E1567DCC5}" destId="{434F8915-2C90-45C5-B7FB-13258D79A4DF}" srcOrd="0" destOrd="0" presId="urn:microsoft.com/office/officeart/2005/8/layout/hierarchy1"/>
    <dgm:cxn modelId="{77943727-2DCD-4C7D-A0C3-087E27CA8BAA}" type="presOf" srcId="{A66658F8-EC4D-4BC0-A3ED-C1533C1CA51A}" destId="{0E482735-19F6-40BB-BE22-79C1DF463D80}" srcOrd="0" destOrd="0" presId="urn:microsoft.com/office/officeart/2005/8/layout/hierarchy1"/>
    <dgm:cxn modelId="{C7A4C327-7CA7-4F9B-B72A-E50647EAAB4F}" type="presOf" srcId="{3F69377B-CC7A-48A0-BE6A-8F8CA9CACB94}" destId="{2CAAE2B1-B9DC-437F-95E5-98F559B5BDE9}" srcOrd="0" destOrd="0" presId="urn:microsoft.com/office/officeart/2005/8/layout/hierarchy1"/>
    <dgm:cxn modelId="{FD43E12E-C02F-4E6E-A5BB-B5D74B40D618}" type="presOf" srcId="{1BB0A10D-4D99-44E6-AB24-8B4B80A12417}" destId="{7D580D91-52C8-4F06-A961-91992CDF0AAF}" srcOrd="0" destOrd="0" presId="urn:microsoft.com/office/officeart/2005/8/layout/hierarchy1"/>
    <dgm:cxn modelId="{B45C465C-15F2-402D-A620-C7E09CA1BDEA}" srcId="{441AF631-E741-4715-B5E2-3F63359F4907}" destId="{91E97225-A703-4F7F-B02F-E2F245EF4587}" srcOrd="1" destOrd="0" parTransId="{E061B6C8-A2AA-46B0-BDD8-5BE6CCAECBAD}" sibTransId="{6F0EF3F9-F20E-4B48-9179-E116EEEB145D}"/>
    <dgm:cxn modelId="{EB567348-77A8-4D84-98E0-9FE7793265DB}" srcId="{B24ABC18-ED44-4CAC-A7ED-545F3689FFCE}" destId="{7F141666-14DF-4E1E-AF67-222E1567DCC5}" srcOrd="3" destOrd="0" parTransId="{F2518138-D8C4-4B26-8A75-999678BDF6A6}" sibTransId="{36D2C472-B847-40CA-A39D-1A4CCBC4050D}"/>
    <dgm:cxn modelId="{0648826A-9BCC-45B0-B2F2-0FF5ED9DC02C}" srcId="{B24ABC18-ED44-4CAC-A7ED-545F3689FFCE}" destId="{A66658F8-EC4D-4BC0-A3ED-C1533C1CA51A}" srcOrd="0" destOrd="0" parTransId="{21146282-6535-4DC3-88CF-E71FE034FB25}" sibTransId="{BC614D0A-2FB8-4275-8486-9469886592BB}"/>
    <dgm:cxn modelId="{2DA71E6C-51BF-4722-9622-290950C22A4C}" type="presOf" srcId="{7B3B0C89-9DCD-4F43-A873-955CF4422B06}" destId="{561490D4-C568-4809-B15D-5DE941B3142E}" srcOrd="0" destOrd="0" presId="urn:microsoft.com/office/officeart/2005/8/layout/hierarchy1"/>
    <dgm:cxn modelId="{8107F870-48DB-4DDD-81D7-0E1F515D7ED0}" srcId="{B24ABC18-ED44-4CAC-A7ED-545F3689FFCE}" destId="{35AA79E9-DDDA-4F9A-8D05-234391CA6591}" srcOrd="1" destOrd="0" parTransId="{1BB0A10D-4D99-44E6-AB24-8B4B80A12417}" sibTransId="{1F4A4DD8-6840-40E8-BB88-8777F85BAFEF}"/>
    <dgm:cxn modelId="{18185978-F429-4192-ADCA-5DBA26F26818}" type="presOf" srcId="{91E97225-A703-4F7F-B02F-E2F245EF4587}" destId="{4423F4E4-BF16-4269-A3EB-87AF5A8443B2}" srcOrd="0" destOrd="0" presId="urn:microsoft.com/office/officeart/2005/8/layout/hierarchy1"/>
    <dgm:cxn modelId="{30137E59-38CD-4802-A6FA-A65A9964B73B}" srcId="{B24ABC18-ED44-4CAC-A7ED-545F3689FFCE}" destId="{441AF631-E741-4715-B5E2-3F63359F4907}" srcOrd="2" destOrd="0" parTransId="{B81B7F59-520D-420F-9B1D-D3ED627904CF}" sibTransId="{7222EED2-DFB4-486E-803C-1E7522CADA07}"/>
    <dgm:cxn modelId="{0AF2C590-8871-4038-8ADA-3E1CBD4A4B69}" type="presOf" srcId="{FD0FDFD3-C826-4CA0-8A33-DC139A8DB070}" destId="{70837914-2F67-44C3-B0F9-363297390C65}" srcOrd="0" destOrd="0" presId="urn:microsoft.com/office/officeart/2005/8/layout/hierarchy1"/>
    <dgm:cxn modelId="{5FED9794-97C4-47C3-890F-01E109470BC9}" type="presOf" srcId="{E061B6C8-A2AA-46B0-BDD8-5BE6CCAECBAD}" destId="{955B1F9B-DB65-44B2-A39A-1E12C4068799}" srcOrd="0" destOrd="0" presId="urn:microsoft.com/office/officeart/2005/8/layout/hierarchy1"/>
    <dgm:cxn modelId="{4651A796-C1F6-4DB8-8D8F-47D1DA750660}" type="presOf" srcId="{C9BC9E01-0640-4133-B5A7-AE1301546B33}" destId="{8AC38BB9-CB83-4EE3-9E7C-9CF07F981E74}" srcOrd="0" destOrd="0" presId="urn:microsoft.com/office/officeart/2005/8/layout/hierarchy1"/>
    <dgm:cxn modelId="{F61638BA-A1FD-4FB2-A7CA-1E0D46969619}" type="presOf" srcId="{64A1F0E2-520E-4188-8C01-44CB7F456725}" destId="{F4AD3B21-DE38-44D6-BE9C-AE063F00A4F8}" srcOrd="0" destOrd="0" presId="urn:microsoft.com/office/officeart/2005/8/layout/hierarchy1"/>
    <dgm:cxn modelId="{A79650BE-D85D-4E5A-93D6-44F510350C61}" type="presOf" srcId="{35AA79E9-DDDA-4F9A-8D05-234391CA6591}" destId="{05D4CB95-EAE9-483A-8A91-E58BB45C46B2}" srcOrd="0" destOrd="0" presId="urn:microsoft.com/office/officeart/2005/8/layout/hierarchy1"/>
    <dgm:cxn modelId="{8F8EB0BE-C7FC-4B9C-80E4-3427C0F89D2E}" type="presOf" srcId="{3C5087F3-9F58-4F4F-8C09-D67BF80ECFD5}" destId="{F65D3351-C39A-408D-A097-F03FD90852BA}" srcOrd="0" destOrd="0" presId="urn:microsoft.com/office/officeart/2005/8/layout/hierarchy1"/>
    <dgm:cxn modelId="{807785C5-2D67-4C72-9A47-CBB93A844B05}" type="presOf" srcId="{B24ABC18-ED44-4CAC-A7ED-545F3689FFCE}" destId="{519E2000-1BBB-43A8-886A-1EE76EABEEC6}" srcOrd="0" destOrd="0" presId="urn:microsoft.com/office/officeart/2005/8/layout/hierarchy1"/>
    <dgm:cxn modelId="{3660AAC7-7088-46CE-877B-7DFC5B2088C8}" srcId="{7B3B0C89-9DCD-4F43-A873-955CF4422B06}" destId="{B24ABC18-ED44-4CAC-A7ED-545F3689FFCE}" srcOrd="0" destOrd="0" parTransId="{C9D510B4-A275-48A6-B473-12CAF3026506}" sibTransId="{4ED83DA7-926F-4638-828F-629A11D95219}"/>
    <dgm:cxn modelId="{925A1BD6-F8EF-4EC4-B2F5-3D13DFC61CA4}" type="presOf" srcId="{441AF631-E741-4715-B5E2-3F63359F4907}" destId="{C4D7ED0A-5737-4516-BF9A-72326BCC0FC3}" srcOrd="0" destOrd="0" presId="urn:microsoft.com/office/officeart/2005/8/layout/hierarchy1"/>
    <dgm:cxn modelId="{CEE468DE-3739-4B72-A7A9-57A8366499A9}" type="presOf" srcId="{B9094DD3-41A1-4A7C-9981-980BCDC82990}" destId="{8CBF7A1F-ACD1-4156-8D44-15EB2782DDA7}" srcOrd="0" destOrd="0" presId="urn:microsoft.com/office/officeart/2005/8/layout/hierarchy1"/>
    <dgm:cxn modelId="{5EB9F3DE-B01E-4492-8AAC-B218DBE0942F}" srcId="{441AF631-E741-4715-B5E2-3F63359F4907}" destId="{DC32212A-13CB-45BF-A0E3-D71A7F777D0E}" srcOrd="2" destOrd="0" parTransId="{B9094DD3-41A1-4A7C-9981-980BCDC82990}" sibTransId="{68C5D35E-8FFE-4FE4-A04F-96D2C48329CF}"/>
    <dgm:cxn modelId="{2FB171E5-CAFD-46F2-8C54-BA5332DD5D5D}" srcId="{441AF631-E741-4715-B5E2-3F63359F4907}" destId="{3C5087F3-9F58-4F4F-8C09-D67BF80ECFD5}" srcOrd="0" destOrd="0" parTransId="{6CD1E04F-5E85-4DD7-80B0-828D426A9310}" sibTransId="{2EC8B496-BEBB-47E6-9710-397DBFCC4C53}"/>
    <dgm:cxn modelId="{596FCFE6-C479-45DB-BA13-F603D85513FE}" type="presOf" srcId="{21146282-6535-4DC3-88CF-E71FE034FB25}" destId="{6A442F23-0971-40DB-8C1E-B4BB7C40785E}" srcOrd="0" destOrd="0" presId="urn:microsoft.com/office/officeart/2005/8/layout/hierarchy1"/>
    <dgm:cxn modelId="{9A8E0EE7-7AD0-4270-9D3C-2D52BEB1592A}" type="presOf" srcId="{DC32212A-13CB-45BF-A0E3-D71A7F777D0E}" destId="{62E58284-EBAC-4C1B-BEC1-321EA5E2A8D9}" srcOrd="0" destOrd="0" presId="urn:microsoft.com/office/officeart/2005/8/layout/hierarchy1"/>
    <dgm:cxn modelId="{8E8CD8F3-4D94-4989-AD13-E4B52EC2F69B}" type="presOf" srcId="{6CD1E04F-5E85-4DD7-80B0-828D426A9310}" destId="{4673A402-9C40-46C5-BAE6-C661BC374EAA}" srcOrd="0" destOrd="0" presId="urn:microsoft.com/office/officeart/2005/8/layout/hierarchy1"/>
    <dgm:cxn modelId="{C06DD8F9-DC57-42C6-ABBC-1FA6B7BA0E67}" srcId="{441AF631-E741-4715-B5E2-3F63359F4907}" destId="{3F69377B-CC7A-48A0-BE6A-8F8CA9CACB94}" srcOrd="3" destOrd="0" parTransId="{64A1F0E2-520E-4188-8C01-44CB7F456725}" sibTransId="{F7E1D596-7C30-466C-9DAD-ED4643471EF8}"/>
    <dgm:cxn modelId="{9AFFDFD6-BFE3-4EF7-A47F-7B5A0808CDBD}" type="presParOf" srcId="{561490D4-C568-4809-B15D-5DE941B3142E}" destId="{2B9418B4-9539-48D5-870E-94468D4AEEED}" srcOrd="0" destOrd="0" presId="urn:microsoft.com/office/officeart/2005/8/layout/hierarchy1"/>
    <dgm:cxn modelId="{1D03C955-B7BB-4576-8D64-FBF69687A03B}" type="presParOf" srcId="{2B9418B4-9539-48D5-870E-94468D4AEEED}" destId="{D7BDCFC7-E231-43BF-8B5A-46738A4E10C5}" srcOrd="0" destOrd="0" presId="urn:microsoft.com/office/officeart/2005/8/layout/hierarchy1"/>
    <dgm:cxn modelId="{36D85412-BF8C-4C0A-B198-181AEE35C0FF}" type="presParOf" srcId="{D7BDCFC7-E231-43BF-8B5A-46738A4E10C5}" destId="{05DDD42B-D258-4D01-98A9-710AD9174C66}" srcOrd="0" destOrd="0" presId="urn:microsoft.com/office/officeart/2005/8/layout/hierarchy1"/>
    <dgm:cxn modelId="{6F4C05C4-3476-4700-9C22-CF18507CC9CE}" type="presParOf" srcId="{D7BDCFC7-E231-43BF-8B5A-46738A4E10C5}" destId="{519E2000-1BBB-43A8-886A-1EE76EABEEC6}" srcOrd="1" destOrd="0" presId="urn:microsoft.com/office/officeart/2005/8/layout/hierarchy1"/>
    <dgm:cxn modelId="{842665C7-80AB-4D67-92A5-21BCAE7253F1}" type="presParOf" srcId="{2B9418B4-9539-48D5-870E-94468D4AEEED}" destId="{B9DFAEB5-3A10-48CE-B050-484D07A386F3}" srcOrd="1" destOrd="0" presId="urn:microsoft.com/office/officeart/2005/8/layout/hierarchy1"/>
    <dgm:cxn modelId="{E98E9746-898A-4B84-ABF2-9AF3ADCC95D6}" type="presParOf" srcId="{B9DFAEB5-3A10-48CE-B050-484D07A386F3}" destId="{6A442F23-0971-40DB-8C1E-B4BB7C40785E}" srcOrd="0" destOrd="0" presId="urn:microsoft.com/office/officeart/2005/8/layout/hierarchy1"/>
    <dgm:cxn modelId="{0202C578-7197-4863-8869-6772D2E794FB}" type="presParOf" srcId="{B9DFAEB5-3A10-48CE-B050-484D07A386F3}" destId="{F7F2EA14-E1E8-44B8-A29B-EBA936535BB0}" srcOrd="1" destOrd="0" presId="urn:microsoft.com/office/officeart/2005/8/layout/hierarchy1"/>
    <dgm:cxn modelId="{50B989A8-FC62-4213-9EC1-DB37ECDCE2FD}" type="presParOf" srcId="{F7F2EA14-E1E8-44B8-A29B-EBA936535BB0}" destId="{222B2C98-D8C6-4AC0-A843-35CBC5B1ADC7}" srcOrd="0" destOrd="0" presId="urn:microsoft.com/office/officeart/2005/8/layout/hierarchy1"/>
    <dgm:cxn modelId="{8175EA34-A458-4A34-8FB0-B8B995024837}" type="presParOf" srcId="{222B2C98-D8C6-4AC0-A843-35CBC5B1ADC7}" destId="{290C1ADE-53F4-4C0E-9015-1DB442FE84B9}" srcOrd="0" destOrd="0" presId="urn:microsoft.com/office/officeart/2005/8/layout/hierarchy1"/>
    <dgm:cxn modelId="{C452C97F-2735-4517-A32E-8A647A0C72BC}" type="presParOf" srcId="{222B2C98-D8C6-4AC0-A843-35CBC5B1ADC7}" destId="{0E482735-19F6-40BB-BE22-79C1DF463D80}" srcOrd="1" destOrd="0" presId="urn:microsoft.com/office/officeart/2005/8/layout/hierarchy1"/>
    <dgm:cxn modelId="{C52C2A1F-470A-4AAE-B1A9-324E9378A05D}" type="presParOf" srcId="{F7F2EA14-E1E8-44B8-A29B-EBA936535BB0}" destId="{B490D181-6601-40F9-B245-905158C2B6FE}" srcOrd="1" destOrd="0" presId="urn:microsoft.com/office/officeart/2005/8/layout/hierarchy1"/>
    <dgm:cxn modelId="{861A8778-AB69-441E-A5BF-9BD889B6FB6E}" type="presParOf" srcId="{B9DFAEB5-3A10-48CE-B050-484D07A386F3}" destId="{7D580D91-52C8-4F06-A961-91992CDF0AAF}" srcOrd="2" destOrd="0" presId="urn:microsoft.com/office/officeart/2005/8/layout/hierarchy1"/>
    <dgm:cxn modelId="{00EBB8F9-B9AA-4D7A-8DBB-40D5E6A867D2}" type="presParOf" srcId="{B9DFAEB5-3A10-48CE-B050-484D07A386F3}" destId="{C23677EC-C883-41D3-B5EB-35C241381FE9}" srcOrd="3" destOrd="0" presId="urn:microsoft.com/office/officeart/2005/8/layout/hierarchy1"/>
    <dgm:cxn modelId="{EDDFB5F4-EC30-4D2E-9A96-D8DA89A99FD4}" type="presParOf" srcId="{C23677EC-C883-41D3-B5EB-35C241381FE9}" destId="{6CBA59CD-A566-48B1-A11D-0DC856FB3CFC}" srcOrd="0" destOrd="0" presId="urn:microsoft.com/office/officeart/2005/8/layout/hierarchy1"/>
    <dgm:cxn modelId="{5F6ECD16-E25E-4BA7-B071-213AF3A37E9F}" type="presParOf" srcId="{6CBA59CD-A566-48B1-A11D-0DC856FB3CFC}" destId="{2606BDD1-4BE5-4F1B-879F-77BE5DDCB04C}" srcOrd="0" destOrd="0" presId="urn:microsoft.com/office/officeart/2005/8/layout/hierarchy1"/>
    <dgm:cxn modelId="{8FED37BA-7CF0-49CD-B95A-52AFCB65AFA9}" type="presParOf" srcId="{6CBA59CD-A566-48B1-A11D-0DC856FB3CFC}" destId="{05D4CB95-EAE9-483A-8A91-E58BB45C46B2}" srcOrd="1" destOrd="0" presId="urn:microsoft.com/office/officeart/2005/8/layout/hierarchy1"/>
    <dgm:cxn modelId="{38384F90-B57D-4561-9A8F-BA63293ACE66}" type="presParOf" srcId="{C23677EC-C883-41D3-B5EB-35C241381FE9}" destId="{6EEEDF79-FC7C-4252-B697-1EC32C7CDFCA}" srcOrd="1" destOrd="0" presId="urn:microsoft.com/office/officeart/2005/8/layout/hierarchy1"/>
    <dgm:cxn modelId="{027CCD85-038C-44FB-98B5-161A80CCADCC}" type="presParOf" srcId="{B9DFAEB5-3A10-48CE-B050-484D07A386F3}" destId="{96E80FB1-B5CF-4A1D-B936-E2B51F41D0F0}" srcOrd="4" destOrd="0" presId="urn:microsoft.com/office/officeart/2005/8/layout/hierarchy1"/>
    <dgm:cxn modelId="{203FFB72-C27E-48F2-AD92-43DC3949326F}" type="presParOf" srcId="{B9DFAEB5-3A10-48CE-B050-484D07A386F3}" destId="{458829ED-2519-44B8-BA8D-93D806D3935D}" srcOrd="5" destOrd="0" presId="urn:microsoft.com/office/officeart/2005/8/layout/hierarchy1"/>
    <dgm:cxn modelId="{2EAD242F-C1C8-408C-BE61-7CD830CD535E}" type="presParOf" srcId="{458829ED-2519-44B8-BA8D-93D806D3935D}" destId="{CAA7EBEE-E6F0-41B1-96A4-5752790A635F}" srcOrd="0" destOrd="0" presId="urn:microsoft.com/office/officeart/2005/8/layout/hierarchy1"/>
    <dgm:cxn modelId="{8E6746B2-EA15-439F-93B1-4CFE552BF2CC}" type="presParOf" srcId="{CAA7EBEE-E6F0-41B1-96A4-5752790A635F}" destId="{494825BA-59F1-4A83-BDF7-AFA8C6AADC84}" srcOrd="0" destOrd="0" presId="urn:microsoft.com/office/officeart/2005/8/layout/hierarchy1"/>
    <dgm:cxn modelId="{B54A7E7B-CA5F-4B50-9C0C-ECB96CD09E13}" type="presParOf" srcId="{CAA7EBEE-E6F0-41B1-96A4-5752790A635F}" destId="{C4D7ED0A-5737-4516-BF9A-72326BCC0FC3}" srcOrd="1" destOrd="0" presId="urn:microsoft.com/office/officeart/2005/8/layout/hierarchy1"/>
    <dgm:cxn modelId="{ABE88BFD-9874-4977-804A-CB6E3480352B}" type="presParOf" srcId="{458829ED-2519-44B8-BA8D-93D806D3935D}" destId="{A6070146-804E-4DC8-8D3F-A3421CA255DB}" srcOrd="1" destOrd="0" presId="urn:microsoft.com/office/officeart/2005/8/layout/hierarchy1"/>
    <dgm:cxn modelId="{4BBA8030-F450-4C81-B4B5-6EBB46CA1400}" type="presParOf" srcId="{A6070146-804E-4DC8-8D3F-A3421CA255DB}" destId="{4673A402-9C40-46C5-BAE6-C661BC374EAA}" srcOrd="0" destOrd="0" presId="urn:microsoft.com/office/officeart/2005/8/layout/hierarchy1"/>
    <dgm:cxn modelId="{808E8953-B402-47E5-B4FD-4EBD29183B5B}" type="presParOf" srcId="{A6070146-804E-4DC8-8D3F-A3421CA255DB}" destId="{6799E75F-67C5-4F8C-8B12-2AFBAA1BA22F}" srcOrd="1" destOrd="0" presId="urn:microsoft.com/office/officeart/2005/8/layout/hierarchy1"/>
    <dgm:cxn modelId="{B9500750-0F96-4D59-A203-53B580E90D61}" type="presParOf" srcId="{6799E75F-67C5-4F8C-8B12-2AFBAA1BA22F}" destId="{8B57B42F-73CA-46B4-8BCC-0CFEF2053E90}" srcOrd="0" destOrd="0" presId="urn:microsoft.com/office/officeart/2005/8/layout/hierarchy1"/>
    <dgm:cxn modelId="{BA2AF62B-12D0-4572-8114-5F25675AC72F}" type="presParOf" srcId="{8B57B42F-73CA-46B4-8BCC-0CFEF2053E90}" destId="{05E869B9-1CB9-4745-8EFE-107106BFAB4A}" srcOrd="0" destOrd="0" presId="urn:microsoft.com/office/officeart/2005/8/layout/hierarchy1"/>
    <dgm:cxn modelId="{738B2221-5290-44C2-A7AF-99A9C3030B7F}" type="presParOf" srcId="{8B57B42F-73CA-46B4-8BCC-0CFEF2053E90}" destId="{F65D3351-C39A-408D-A097-F03FD90852BA}" srcOrd="1" destOrd="0" presId="urn:microsoft.com/office/officeart/2005/8/layout/hierarchy1"/>
    <dgm:cxn modelId="{02888556-D771-4011-85A3-4D95B8E97221}" type="presParOf" srcId="{6799E75F-67C5-4F8C-8B12-2AFBAA1BA22F}" destId="{BF93131E-5177-43AE-A19B-AF7C86F03BD8}" srcOrd="1" destOrd="0" presId="urn:microsoft.com/office/officeart/2005/8/layout/hierarchy1"/>
    <dgm:cxn modelId="{494A66C7-E0FA-4DA7-8D6B-0B8C92C45E1F}" type="presParOf" srcId="{A6070146-804E-4DC8-8D3F-A3421CA255DB}" destId="{955B1F9B-DB65-44B2-A39A-1E12C4068799}" srcOrd="2" destOrd="0" presId="urn:microsoft.com/office/officeart/2005/8/layout/hierarchy1"/>
    <dgm:cxn modelId="{A9CEDC94-4B4A-4367-8859-7A9460DE125C}" type="presParOf" srcId="{A6070146-804E-4DC8-8D3F-A3421CA255DB}" destId="{9F8AA662-9B86-48AD-B0E3-C38F5A5F934D}" srcOrd="3" destOrd="0" presId="urn:microsoft.com/office/officeart/2005/8/layout/hierarchy1"/>
    <dgm:cxn modelId="{98D79DB5-6C21-4071-AC95-AF153374D06B}" type="presParOf" srcId="{9F8AA662-9B86-48AD-B0E3-C38F5A5F934D}" destId="{CB8DDA53-E6AF-42C7-BBD5-A4B0BC37E2BD}" srcOrd="0" destOrd="0" presId="urn:microsoft.com/office/officeart/2005/8/layout/hierarchy1"/>
    <dgm:cxn modelId="{C1891C87-6AB5-4D7D-B3CC-083F621CAE15}" type="presParOf" srcId="{CB8DDA53-E6AF-42C7-BBD5-A4B0BC37E2BD}" destId="{68CE6EFC-F00C-4825-A5F0-8455B42818F9}" srcOrd="0" destOrd="0" presId="urn:microsoft.com/office/officeart/2005/8/layout/hierarchy1"/>
    <dgm:cxn modelId="{3C2C6AB4-0618-46CA-9912-C62B576E8EF6}" type="presParOf" srcId="{CB8DDA53-E6AF-42C7-BBD5-A4B0BC37E2BD}" destId="{4423F4E4-BF16-4269-A3EB-87AF5A8443B2}" srcOrd="1" destOrd="0" presId="urn:microsoft.com/office/officeart/2005/8/layout/hierarchy1"/>
    <dgm:cxn modelId="{EB305BE2-CE3F-4A01-B4F0-BD8685F69E23}" type="presParOf" srcId="{9F8AA662-9B86-48AD-B0E3-C38F5A5F934D}" destId="{1304842F-86CE-4B67-BFF2-DC8CD5BC33C8}" srcOrd="1" destOrd="0" presId="urn:microsoft.com/office/officeart/2005/8/layout/hierarchy1"/>
    <dgm:cxn modelId="{D620F9A3-C68F-45E4-BD01-0B221FED9CC6}" type="presParOf" srcId="{A6070146-804E-4DC8-8D3F-A3421CA255DB}" destId="{8CBF7A1F-ACD1-4156-8D44-15EB2782DDA7}" srcOrd="4" destOrd="0" presId="urn:microsoft.com/office/officeart/2005/8/layout/hierarchy1"/>
    <dgm:cxn modelId="{426EE137-5C02-4D4D-BDB2-CAB1FE496540}" type="presParOf" srcId="{A6070146-804E-4DC8-8D3F-A3421CA255DB}" destId="{F153C20F-F1E5-49FF-9CC5-3B845C8EAC05}" srcOrd="5" destOrd="0" presId="urn:microsoft.com/office/officeart/2005/8/layout/hierarchy1"/>
    <dgm:cxn modelId="{2C456749-4706-4A02-8B4A-D42A10733147}" type="presParOf" srcId="{F153C20F-F1E5-49FF-9CC5-3B845C8EAC05}" destId="{8EAF5876-31BE-478C-B3EB-872493611FF0}" srcOrd="0" destOrd="0" presId="urn:microsoft.com/office/officeart/2005/8/layout/hierarchy1"/>
    <dgm:cxn modelId="{292F0538-8135-4205-9FB7-F2761078AEB9}" type="presParOf" srcId="{8EAF5876-31BE-478C-B3EB-872493611FF0}" destId="{516E0091-EB9A-40A3-A824-F30A3E3B4621}" srcOrd="0" destOrd="0" presId="urn:microsoft.com/office/officeart/2005/8/layout/hierarchy1"/>
    <dgm:cxn modelId="{1A08BD67-5EE0-49E5-9EDC-A814BA78B479}" type="presParOf" srcId="{8EAF5876-31BE-478C-B3EB-872493611FF0}" destId="{62E58284-EBAC-4C1B-BEC1-321EA5E2A8D9}" srcOrd="1" destOrd="0" presId="urn:microsoft.com/office/officeart/2005/8/layout/hierarchy1"/>
    <dgm:cxn modelId="{6489CA47-1FA4-4BB6-8BCE-854371BC76E4}" type="presParOf" srcId="{F153C20F-F1E5-49FF-9CC5-3B845C8EAC05}" destId="{C9C9CD8F-1FAD-47A4-A6E1-18CBA92DC4A5}" srcOrd="1" destOrd="0" presId="urn:microsoft.com/office/officeart/2005/8/layout/hierarchy1"/>
    <dgm:cxn modelId="{98BD2F5E-1569-4CC4-9EF7-89EA3CBC7501}" type="presParOf" srcId="{A6070146-804E-4DC8-8D3F-A3421CA255DB}" destId="{F4AD3B21-DE38-44D6-BE9C-AE063F00A4F8}" srcOrd="6" destOrd="0" presId="urn:microsoft.com/office/officeart/2005/8/layout/hierarchy1"/>
    <dgm:cxn modelId="{82FCDB24-B0EE-4A1A-A2F5-D70A8E5FD7A3}" type="presParOf" srcId="{A6070146-804E-4DC8-8D3F-A3421CA255DB}" destId="{059EE7A0-0C83-40C4-A096-76FE59DB4E6C}" srcOrd="7" destOrd="0" presId="urn:microsoft.com/office/officeart/2005/8/layout/hierarchy1"/>
    <dgm:cxn modelId="{AA0C4876-4C9B-45F3-ACB2-A09B4C2C2D8E}" type="presParOf" srcId="{059EE7A0-0C83-40C4-A096-76FE59DB4E6C}" destId="{374A5A2A-94CB-4A88-97FC-E775D27D3DE6}" srcOrd="0" destOrd="0" presId="urn:microsoft.com/office/officeart/2005/8/layout/hierarchy1"/>
    <dgm:cxn modelId="{4FF38EB4-7615-4607-BD6A-F0ADBA4F378A}" type="presParOf" srcId="{374A5A2A-94CB-4A88-97FC-E775D27D3DE6}" destId="{7402711B-A9CF-42AB-A82A-9CC123AE57C9}" srcOrd="0" destOrd="0" presId="urn:microsoft.com/office/officeart/2005/8/layout/hierarchy1"/>
    <dgm:cxn modelId="{9B3FE9A8-A78E-4DFF-A4CF-AAF5889A5912}" type="presParOf" srcId="{374A5A2A-94CB-4A88-97FC-E775D27D3DE6}" destId="{2CAAE2B1-B9DC-437F-95E5-98F559B5BDE9}" srcOrd="1" destOrd="0" presId="urn:microsoft.com/office/officeart/2005/8/layout/hierarchy1"/>
    <dgm:cxn modelId="{890492F6-C64A-4F3D-8093-8016D5F66602}" type="presParOf" srcId="{059EE7A0-0C83-40C4-A096-76FE59DB4E6C}" destId="{74CAEA69-47D5-4E49-9BD9-6CF91D2CC117}" srcOrd="1" destOrd="0" presId="urn:microsoft.com/office/officeart/2005/8/layout/hierarchy1"/>
    <dgm:cxn modelId="{9CCD5583-B319-43DD-9C5F-9FAE3ECB7573}" type="presParOf" srcId="{A6070146-804E-4DC8-8D3F-A3421CA255DB}" destId="{8AC38BB9-CB83-4EE3-9E7C-9CF07F981E74}" srcOrd="8" destOrd="0" presId="urn:microsoft.com/office/officeart/2005/8/layout/hierarchy1"/>
    <dgm:cxn modelId="{02AEFAD6-573D-4D23-AB88-6D2F12ECDA1A}" type="presParOf" srcId="{A6070146-804E-4DC8-8D3F-A3421CA255DB}" destId="{A1570C5E-559E-4850-8F9E-6BB1E012D852}" srcOrd="9" destOrd="0" presId="urn:microsoft.com/office/officeart/2005/8/layout/hierarchy1"/>
    <dgm:cxn modelId="{C304C369-9EFF-422F-96CF-4C8FA5C43599}" type="presParOf" srcId="{A1570C5E-559E-4850-8F9E-6BB1E012D852}" destId="{48B4CF55-9AE7-48BD-ADB7-C588FC3D0668}" srcOrd="0" destOrd="0" presId="urn:microsoft.com/office/officeart/2005/8/layout/hierarchy1"/>
    <dgm:cxn modelId="{E4548ECB-7C6F-4E34-93AB-660CC9A8B6DA}" type="presParOf" srcId="{48B4CF55-9AE7-48BD-ADB7-C588FC3D0668}" destId="{BEED0082-F006-4E3F-87F8-3A927170580F}" srcOrd="0" destOrd="0" presId="urn:microsoft.com/office/officeart/2005/8/layout/hierarchy1"/>
    <dgm:cxn modelId="{AF2B4958-8672-4355-87A2-7F46E9E91F8C}" type="presParOf" srcId="{48B4CF55-9AE7-48BD-ADB7-C588FC3D0668}" destId="{70837914-2F67-44C3-B0F9-363297390C65}" srcOrd="1" destOrd="0" presId="urn:microsoft.com/office/officeart/2005/8/layout/hierarchy1"/>
    <dgm:cxn modelId="{C02E6F32-F396-4D0D-AB7A-E0A5C15960D8}" type="presParOf" srcId="{A1570C5E-559E-4850-8F9E-6BB1E012D852}" destId="{EBDEBF8A-B0BC-42D1-B9ED-4A88744583A4}" srcOrd="1" destOrd="0" presId="urn:microsoft.com/office/officeart/2005/8/layout/hierarchy1"/>
    <dgm:cxn modelId="{06D8919C-700A-4CBC-91E2-DE431A0F145D}" type="presParOf" srcId="{B9DFAEB5-3A10-48CE-B050-484D07A386F3}" destId="{21A7F8A2-1062-4AA5-8797-57DC9BF74858}" srcOrd="6" destOrd="0" presId="urn:microsoft.com/office/officeart/2005/8/layout/hierarchy1"/>
    <dgm:cxn modelId="{2F3C22F5-457D-4622-A6CB-FFBB4FDCD64A}" type="presParOf" srcId="{B9DFAEB5-3A10-48CE-B050-484D07A386F3}" destId="{D7FA64EB-DD5E-4AC2-8816-637B80042F85}" srcOrd="7" destOrd="0" presId="urn:microsoft.com/office/officeart/2005/8/layout/hierarchy1"/>
    <dgm:cxn modelId="{B9D09FF2-1619-40FC-AD4A-A1C203EF8B51}" type="presParOf" srcId="{D7FA64EB-DD5E-4AC2-8816-637B80042F85}" destId="{5CB93A98-6CCF-4CFF-A33C-3974ABAE2515}" srcOrd="0" destOrd="0" presId="urn:microsoft.com/office/officeart/2005/8/layout/hierarchy1"/>
    <dgm:cxn modelId="{0B3F7176-785A-416B-B9C4-2DC829D59EF4}" type="presParOf" srcId="{5CB93A98-6CCF-4CFF-A33C-3974ABAE2515}" destId="{594618C3-A4F7-457F-AA51-4F449D78C4E7}" srcOrd="0" destOrd="0" presId="urn:microsoft.com/office/officeart/2005/8/layout/hierarchy1"/>
    <dgm:cxn modelId="{B1D087F4-DB96-438F-B4F3-932EDE1B8C35}" type="presParOf" srcId="{5CB93A98-6CCF-4CFF-A33C-3974ABAE2515}" destId="{434F8915-2C90-45C5-B7FB-13258D79A4DF}" srcOrd="1" destOrd="0" presId="urn:microsoft.com/office/officeart/2005/8/layout/hierarchy1"/>
    <dgm:cxn modelId="{237CC451-10F6-481D-AFAE-15EB11DCE5F9}" type="presParOf" srcId="{D7FA64EB-DD5E-4AC2-8816-637B80042F85}" destId="{1EEA24FC-A64F-4DDA-A6BE-889797AD32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B3B0C89-9DCD-4F43-A873-955CF4422B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24ABC18-ED44-4CAC-A7ED-545F3689FFCE}">
      <dgm:prSet phldrT="[Text]"/>
      <dgm:spPr/>
      <dgm:t>
        <a:bodyPr/>
        <a:lstStyle/>
        <a:p>
          <a:r>
            <a:rPr lang="en-US" dirty="0"/>
            <a:t>Attack types</a:t>
          </a:r>
        </a:p>
      </dgm:t>
    </dgm:pt>
    <dgm:pt modelId="{C9D510B4-A275-48A6-B473-12CAF3026506}" type="parTrans" cxnId="{3660AAC7-7088-46CE-877B-7DFC5B2088C8}">
      <dgm:prSet/>
      <dgm:spPr/>
      <dgm:t>
        <a:bodyPr/>
        <a:lstStyle/>
        <a:p>
          <a:endParaRPr lang="en-US"/>
        </a:p>
      </dgm:t>
    </dgm:pt>
    <dgm:pt modelId="{4ED83DA7-926F-4638-828F-629A11D95219}" type="sibTrans" cxnId="{3660AAC7-7088-46CE-877B-7DFC5B2088C8}">
      <dgm:prSet/>
      <dgm:spPr/>
      <dgm:t>
        <a:bodyPr/>
        <a:lstStyle/>
        <a:p>
          <a:endParaRPr lang="en-US"/>
        </a:p>
      </dgm:t>
    </dgm:pt>
    <dgm:pt modelId="{A66658F8-EC4D-4BC0-A3ED-C1533C1CA51A}">
      <dgm:prSet phldrT="[Text]"/>
      <dgm:spPr/>
      <dgm:t>
        <a:bodyPr/>
        <a:lstStyle/>
        <a:p>
          <a:r>
            <a:rPr lang="en-US" dirty="0"/>
            <a:t>Social engineering attacks</a:t>
          </a:r>
        </a:p>
      </dgm:t>
    </dgm:pt>
    <dgm:pt modelId="{21146282-6535-4DC3-88CF-E71FE034FB25}" type="parTrans" cxnId="{0648826A-9BCC-45B0-B2F2-0FF5ED9DC02C}">
      <dgm:prSet/>
      <dgm:spPr/>
      <dgm:t>
        <a:bodyPr/>
        <a:lstStyle/>
        <a:p>
          <a:endParaRPr lang="en-US"/>
        </a:p>
      </dgm:t>
    </dgm:pt>
    <dgm:pt modelId="{BC614D0A-2FB8-4275-8486-9469886592BB}" type="sibTrans" cxnId="{0648826A-9BCC-45B0-B2F2-0FF5ED9DC02C}">
      <dgm:prSet/>
      <dgm:spPr/>
      <dgm:t>
        <a:bodyPr/>
        <a:lstStyle/>
        <a:p>
          <a:endParaRPr lang="en-US"/>
        </a:p>
      </dgm:t>
    </dgm:pt>
    <dgm:pt modelId="{35AA79E9-DDDA-4F9A-8D05-234391CA6591}">
      <dgm:prSet phldrT="[Text]"/>
      <dgm:spPr/>
      <dgm:t>
        <a:bodyPr/>
        <a:lstStyle/>
        <a:p>
          <a:r>
            <a:rPr lang="en-US" altLang="en-US" dirty="0"/>
            <a:t>Attacks against the application’s software</a:t>
          </a:r>
          <a:endParaRPr lang="en-US" dirty="0"/>
        </a:p>
      </dgm:t>
    </dgm:pt>
    <dgm:pt modelId="{1BB0A10D-4D99-44E6-AB24-8B4B80A12417}" type="parTrans" cxnId="{8107F870-48DB-4DDD-81D7-0E1F515D7ED0}">
      <dgm:prSet/>
      <dgm:spPr/>
      <dgm:t>
        <a:bodyPr/>
        <a:lstStyle/>
        <a:p>
          <a:endParaRPr lang="en-US"/>
        </a:p>
      </dgm:t>
    </dgm:pt>
    <dgm:pt modelId="{1F4A4DD8-6840-40E8-BB88-8777F85BAFEF}" type="sibTrans" cxnId="{8107F870-48DB-4DDD-81D7-0E1F515D7ED0}">
      <dgm:prSet/>
      <dgm:spPr/>
      <dgm:t>
        <a:bodyPr/>
        <a:lstStyle/>
        <a:p>
          <a:endParaRPr lang="en-US"/>
        </a:p>
      </dgm:t>
    </dgm:pt>
    <dgm:pt modelId="{441AF631-E741-4715-B5E2-3F63359F4907}">
      <dgm:prSet phldrT="[Text]"/>
      <dgm:spPr/>
      <dgm:t>
        <a:bodyPr/>
        <a:lstStyle/>
        <a:p>
          <a:r>
            <a:rPr lang="en-US" altLang="en-US" dirty="0"/>
            <a:t>Attacks against the supporting infrastructure</a:t>
          </a:r>
          <a:endParaRPr lang="en-US" dirty="0"/>
        </a:p>
      </dgm:t>
    </dgm:pt>
    <dgm:pt modelId="{B81B7F59-520D-420F-9B1D-D3ED627904CF}" type="parTrans" cxnId="{30137E59-38CD-4802-A6FA-A65A9964B73B}">
      <dgm:prSet/>
      <dgm:spPr/>
      <dgm:t>
        <a:bodyPr/>
        <a:lstStyle/>
        <a:p>
          <a:endParaRPr lang="en-US"/>
        </a:p>
      </dgm:t>
    </dgm:pt>
    <dgm:pt modelId="{7222EED2-DFB4-486E-803C-1E7522CADA07}" type="sibTrans" cxnId="{30137E59-38CD-4802-A6FA-A65A9964B73B}">
      <dgm:prSet/>
      <dgm:spPr/>
      <dgm:t>
        <a:bodyPr/>
        <a:lstStyle/>
        <a:p>
          <a:endParaRPr lang="en-US"/>
        </a:p>
      </dgm:t>
    </dgm:pt>
    <dgm:pt modelId="{7F141666-14DF-4E1E-AF67-222E1567DCC5}">
      <dgm:prSet/>
      <dgm:spPr/>
      <dgm:t>
        <a:bodyPr/>
        <a:lstStyle/>
        <a:p>
          <a:r>
            <a:rPr lang="en-US" altLang="en-US" dirty="0"/>
            <a:t>Physical attacks</a:t>
          </a:r>
        </a:p>
      </dgm:t>
    </dgm:pt>
    <dgm:pt modelId="{F2518138-D8C4-4B26-8A75-999678BDF6A6}" type="parTrans" cxnId="{EB567348-77A8-4D84-98E0-9FE7793265DB}">
      <dgm:prSet/>
      <dgm:spPr/>
      <dgm:t>
        <a:bodyPr/>
        <a:lstStyle/>
        <a:p>
          <a:endParaRPr lang="en-US"/>
        </a:p>
      </dgm:t>
    </dgm:pt>
    <dgm:pt modelId="{36D2C472-B847-40CA-A39D-1A4CCBC4050D}" type="sibTrans" cxnId="{EB567348-77A8-4D84-98E0-9FE7793265DB}">
      <dgm:prSet/>
      <dgm:spPr/>
      <dgm:t>
        <a:bodyPr/>
        <a:lstStyle/>
        <a:p>
          <a:endParaRPr lang="en-US"/>
        </a:p>
      </dgm:t>
    </dgm:pt>
    <dgm:pt modelId="{69D47FCD-5D7B-4907-BD13-40D63DDE0B8E}">
      <dgm:prSet/>
      <dgm:spPr/>
      <dgm:t>
        <a:bodyPr/>
        <a:lstStyle/>
        <a:p>
          <a:r>
            <a:rPr lang="en-US" altLang="en-US" b="1" dirty="0"/>
            <a:t>No security guys </a:t>
          </a:r>
        </a:p>
      </dgm:t>
    </dgm:pt>
    <dgm:pt modelId="{1ADB74FD-06E8-469F-A84C-6DB6FD74BB04}" type="parTrans" cxnId="{8D82CADD-3CDE-4FD6-B286-857061A758FD}">
      <dgm:prSet/>
      <dgm:spPr/>
      <dgm:t>
        <a:bodyPr/>
        <a:lstStyle/>
        <a:p>
          <a:endParaRPr lang="en-US"/>
        </a:p>
      </dgm:t>
    </dgm:pt>
    <dgm:pt modelId="{14764068-93A4-4D76-B08D-3C8E9FDAF604}" type="sibTrans" cxnId="{8D82CADD-3CDE-4FD6-B286-857061A758FD}">
      <dgm:prSet/>
      <dgm:spPr/>
      <dgm:t>
        <a:bodyPr/>
        <a:lstStyle/>
        <a:p>
          <a:endParaRPr lang="en-US"/>
        </a:p>
      </dgm:t>
    </dgm:pt>
    <dgm:pt modelId="{D1D21D6F-5B17-429F-8DF5-7EE97E86F0A9}">
      <dgm:prSet/>
      <dgm:spPr/>
      <dgm:t>
        <a:bodyPr/>
        <a:lstStyle/>
        <a:p>
          <a:r>
            <a:rPr lang="en-US" altLang="en-US" b="1" dirty="0"/>
            <a:t>Open doors</a:t>
          </a:r>
        </a:p>
      </dgm:t>
    </dgm:pt>
    <dgm:pt modelId="{AD98B5E3-5960-4790-B91E-7F927DAA1B55}" type="parTrans" cxnId="{4828F857-B736-4ECE-8845-8F2E9284E1B7}">
      <dgm:prSet/>
      <dgm:spPr/>
      <dgm:t>
        <a:bodyPr/>
        <a:lstStyle/>
        <a:p>
          <a:endParaRPr lang="en-US"/>
        </a:p>
      </dgm:t>
    </dgm:pt>
    <dgm:pt modelId="{9E5B778B-5C78-4D16-9EAB-B66B404BA70D}" type="sibTrans" cxnId="{4828F857-B736-4ECE-8845-8F2E9284E1B7}">
      <dgm:prSet/>
      <dgm:spPr/>
      <dgm:t>
        <a:bodyPr/>
        <a:lstStyle/>
        <a:p>
          <a:endParaRPr lang="en-US"/>
        </a:p>
      </dgm:t>
    </dgm:pt>
    <dgm:pt modelId="{561490D4-C568-4809-B15D-5DE941B3142E}" type="pres">
      <dgm:prSet presAssocID="{7B3B0C89-9DCD-4F43-A873-955CF4422B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18B4-9539-48D5-870E-94468D4AEEED}" type="pres">
      <dgm:prSet presAssocID="{B24ABC18-ED44-4CAC-A7ED-545F3689FFCE}" presName="hierRoot1" presStyleCnt="0"/>
      <dgm:spPr/>
    </dgm:pt>
    <dgm:pt modelId="{D7BDCFC7-E231-43BF-8B5A-46738A4E10C5}" type="pres">
      <dgm:prSet presAssocID="{B24ABC18-ED44-4CAC-A7ED-545F3689FFCE}" presName="composite" presStyleCnt="0"/>
      <dgm:spPr/>
    </dgm:pt>
    <dgm:pt modelId="{05DDD42B-D258-4D01-98A9-710AD9174C66}" type="pres">
      <dgm:prSet presAssocID="{B24ABC18-ED44-4CAC-A7ED-545F3689FFCE}" presName="background" presStyleLbl="node0" presStyleIdx="0" presStyleCnt="1"/>
      <dgm:spPr/>
    </dgm:pt>
    <dgm:pt modelId="{519E2000-1BBB-43A8-886A-1EE76EABEEC6}" type="pres">
      <dgm:prSet presAssocID="{B24ABC18-ED44-4CAC-A7ED-545F3689FFCE}" presName="text" presStyleLbl="fgAcc0" presStyleIdx="0" presStyleCnt="1">
        <dgm:presLayoutVars>
          <dgm:chPref val="3"/>
        </dgm:presLayoutVars>
      </dgm:prSet>
      <dgm:spPr/>
    </dgm:pt>
    <dgm:pt modelId="{B9DFAEB5-3A10-48CE-B050-484D07A386F3}" type="pres">
      <dgm:prSet presAssocID="{B24ABC18-ED44-4CAC-A7ED-545F3689FFCE}" presName="hierChild2" presStyleCnt="0"/>
      <dgm:spPr/>
    </dgm:pt>
    <dgm:pt modelId="{6A442F23-0971-40DB-8C1E-B4BB7C40785E}" type="pres">
      <dgm:prSet presAssocID="{21146282-6535-4DC3-88CF-E71FE034FB25}" presName="Name10" presStyleLbl="parChTrans1D2" presStyleIdx="0" presStyleCnt="4"/>
      <dgm:spPr/>
    </dgm:pt>
    <dgm:pt modelId="{F7F2EA14-E1E8-44B8-A29B-EBA936535BB0}" type="pres">
      <dgm:prSet presAssocID="{A66658F8-EC4D-4BC0-A3ED-C1533C1CA51A}" presName="hierRoot2" presStyleCnt="0"/>
      <dgm:spPr/>
    </dgm:pt>
    <dgm:pt modelId="{222B2C98-D8C6-4AC0-A843-35CBC5B1ADC7}" type="pres">
      <dgm:prSet presAssocID="{A66658F8-EC4D-4BC0-A3ED-C1533C1CA51A}" presName="composite2" presStyleCnt="0"/>
      <dgm:spPr/>
    </dgm:pt>
    <dgm:pt modelId="{290C1ADE-53F4-4C0E-9015-1DB442FE84B9}" type="pres">
      <dgm:prSet presAssocID="{A66658F8-EC4D-4BC0-A3ED-C1533C1CA51A}" presName="background2" presStyleLbl="node2" presStyleIdx="0" presStyleCnt="4"/>
      <dgm:spPr/>
    </dgm:pt>
    <dgm:pt modelId="{0E482735-19F6-40BB-BE22-79C1DF463D80}" type="pres">
      <dgm:prSet presAssocID="{A66658F8-EC4D-4BC0-A3ED-C1533C1CA51A}" presName="text2" presStyleLbl="fgAcc2" presStyleIdx="0" presStyleCnt="4">
        <dgm:presLayoutVars>
          <dgm:chPref val="3"/>
        </dgm:presLayoutVars>
      </dgm:prSet>
      <dgm:spPr/>
    </dgm:pt>
    <dgm:pt modelId="{B490D181-6601-40F9-B245-905158C2B6FE}" type="pres">
      <dgm:prSet presAssocID="{A66658F8-EC4D-4BC0-A3ED-C1533C1CA51A}" presName="hierChild3" presStyleCnt="0"/>
      <dgm:spPr/>
    </dgm:pt>
    <dgm:pt modelId="{7D580D91-52C8-4F06-A961-91992CDF0AAF}" type="pres">
      <dgm:prSet presAssocID="{1BB0A10D-4D99-44E6-AB24-8B4B80A12417}" presName="Name10" presStyleLbl="parChTrans1D2" presStyleIdx="1" presStyleCnt="4"/>
      <dgm:spPr/>
    </dgm:pt>
    <dgm:pt modelId="{C23677EC-C883-41D3-B5EB-35C241381FE9}" type="pres">
      <dgm:prSet presAssocID="{35AA79E9-DDDA-4F9A-8D05-234391CA6591}" presName="hierRoot2" presStyleCnt="0"/>
      <dgm:spPr/>
    </dgm:pt>
    <dgm:pt modelId="{6CBA59CD-A566-48B1-A11D-0DC856FB3CFC}" type="pres">
      <dgm:prSet presAssocID="{35AA79E9-DDDA-4F9A-8D05-234391CA6591}" presName="composite2" presStyleCnt="0"/>
      <dgm:spPr/>
    </dgm:pt>
    <dgm:pt modelId="{2606BDD1-4BE5-4F1B-879F-77BE5DDCB04C}" type="pres">
      <dgm:prSet presAssocID="{35AA79E9-DDDA-4F9A-8D05-234391CA6591}" presName="background2" presStyleLbl="node2" presStyleIdx="1" presStyleCnt="4"/>
      <dgm:spPr/>
    </dgm:pt>
    <dgm:pt modelId="{05D4CB95-EAE9-483A-8A91-E58BB45C46B2}" type="pres">
      <dgm:prSet presAssocID="{35AA79E9-DDDA-4F9A-8D05-234391CA6591}" presName="text2" presStyleLbl="fgAcc2" presStyleIdx="1" presStyleCnt="4" custLinFactNeighborX="-959" custLinFactNeighborY="-3677">
        <dgm:presLayoutVars>
          <dgm:chPref val="3"/>
        </dgm:presLayoutVars>
      </dgm:prSet>
      <dgm:spPr/>
    </dgm:pt>
    <dgm:pt modelId="{6EEEDF79-FC7C-4252-B697-1EC32C7CDFCA}" type="pres">
      <dgm:prSet presAssocID="{35AA79E9-DDDA-4F9A-8D05-234391CA6591}" presName="hierChild3" presStyleCnt="0"/>
      <dgm:spPr/>
    </dgm:pt>
    <dgm:pt modelId="{96E80FB1-B5CF-4A1D-B936-E2B51F41D0F0}" type="pres">
      <dgm:prSet presAssocID="{B81B7F59-520D-420F-9B1D-D3ED627904CF}" presName="Name10" presStyleLbl="parChTrans1D2" presStyleIdx="2" presStyleCnt="4"/>
      <dgm:spPr/>
    </dgm:pt>
    <dgm:pt modelId="{458829ED-2519-44B8-BA8D-93D806D3935D}" type="pres">
      <dgm:prSet presAssocID="{441AF631-E741-4715-B5E2-3F63359F4907}" presName="hierRoot2" presStyleCnt="0"/>
      <dgm:spPr/>
    </dgm:pt>
    <dgm:pt modelId="{CAA7EBEE-E6F0-41B1-96A4-5752790A635F}" type="pres">
      <dgm:prSet presAssocID="{441AF631-E741-4715-B5E2-3F63359F4907}" presName="composite2" presStyleCnt="0"/>
      <dgm:spPr/>
    </dgm:pt>
    <dgm:pt modelId="{494825BA-59F1-4A83-BDF7-AFA8C6AADC84}" type="pres">
      <dgm:prSet presAssocID="{441AF631-E741-4715-B5E2-3F63359F4907}" presName="background2" presStyleLbl="node2" presStyleIdx="2" presStyleCnt="4"/>
      <dgm:spPr/>
    </dgm:pt>
    <dgm:pt modelId="{C4D7ED0A-5737-4516-BF9A-72326BCC0FC3}" type="pres">
      <dgm:prSet presAssocID="{441AF631-E741-4715-B5E2-3F63359F4907}" presName="text2" presStyleLbl="fgAcc2" presStyleIdx="2" presStyleCnt="4">
        <dgm:presLayoutVars>
          <dgm:chPref val="3"/>
        </dgm:presLayoutVars>
      </dgm:prSet>
      <dgm:spPr/>
    </dgm:pt>
    <dgm:pt modelId="{A6070146-804E-4DC8-8D3F-A3421CA255DB}" type="pres">
      <dgm:prSet presAssocID="{441AF631-E741-4715-B5E2-3F63359F4907}" presName="hierChild3" presStyleCnt="0"/>
      <dgm:spPr/>
    </dgm:pt>
    <dgm:pt modelId="{21A7F8A2-1062-4AA5-8797-57DC9BF74858}" type="pres">
      <dgm:prSet presAssocID="{F2518138-D8C4-4B26-8A75-999678BDF6A6}" presName="Name10" presStyleLbl="parChTrans1D2" presStyleIdx="3" presStyleCnt="4"/>
      <dgm:spPr/>
    </dgm:pt>
    <dgm:pt modelId="{D7FA64EB-DD5E-4AC2-8816-637B80042F85}" type="pres">
      <dgm:prSet presAssocID="{7F141666-14DF-4E1E-AF67-222E1567DCC5}" presName="hierRoot2" presStyleCnt="0"/>
      <dgm:spPr/>
    </dgm:pt>
    <dgm:pt modelId="{5CB93A98-6CCF-4CFF-A33C-3974ABAE2515}" type="pres">
      <dgm:prSet presAssocID="{7F141666-14DF-4E1E-AF67-222E1567DCC5}" presName="composite2" presStyleCnt="0"/>
      <dgm:spPr/>
    </dgm:pt>
    <dgm:pt modelId="{594618C3-A4F7-457F-AA51-4F449D78C4E7}" type="pres">
      <dgm:prSet presAssocID="{7F141666-14DF-4E1E-AF67-222E1567DCC5}" presName="background2" presStyleLbl="node2" presStyleIdx="3" presStyleCnt="4"/>
      <dgm:spPr/>
    </dgm:pt>
    <dgm:pt modelId="{434F8915-2C90-45C5-B7FB-13258D79A4DF}" type="pres">
      <dgm:prSet presAssocID="{7F141666-14DF-4E1E-AF67-222E1567DCC5}" presName="text2" presStyleLbl="fgAcc2" presStyleIdx="3" presStyleCnt="4">
        <dgm:presLayoutVars>
          <dgm:chPref val="3"/>
        </dgm:presLayoutVars>
      </dgm:prSet>
      <dgm:spPr/>
    </dgm:pt>
    <dgm:pt modelId="{1EEA24FC-A64F-4DDA-A6BE-889797AD323A}" type="pres">
      <dgm:prSet presAssocID="{7F141666-14DF-4E1E-AF67-222E1567DCC5}" presName="hierChild3" presStyleCnt="0"/>
      <dgm:spPr/>
    </dgm:pt>
    <dgm:pt modelId="{08DAE5A1-DDE6-4A68-A25B-EC35D1F5D0E4}" type="pres">
      <dgm:prSet presAssocID="{1ADB74FD-06E8-469F-A84C-6DB6FD74BB04}" presName="Name17" presStyleLbl="parChTrans1D3" presStyleIdx="0" presStyleCnt="2"/>
      <dgm:spPr/>
    </dgm:pt>
    <dgm:pt modelId="{5E2A47D8-BDFF-4EEB-B88A-B2788B858617}" type="pres">
      <dgm:prSet presAssocID="{69D47FCD-5D7B-4907-BD13-40D63DDE0B8E}" presName="hierRoot3" presStyleCnt="0"/>
      <dgm:spPr/>
    </dgm:pt>
    <dgm:pt modelId="{44AB553F-6514-4B16-A159-76A96345195F}" type="pres">
      <dgm:prSet presAssocID="{69D47FCD-5D7B-4907-BD13-40D63DDE0B8E}" presName="composite3" presStyleCnt="0"/>
      <dgm:spPr/>
    </dgm:pt>
    <dgm:pt modelId="{2F9F47E3-B4FC-4B02-95FA-083B8C371E24}" type="pres">
      <dgm:prSet presAssocID="{69D47FCD-5D7B-4907-BD13-40D63DDE0B8E}" presName="background3" presStyleLbl="node3" presStyleIdx="0" presStyleCnt="2"/>
      <dgm:spPr/>
    </dgm:pt>
    <dgm:pt modelId="{940C824D-CE89-4620-A43B-44C79C51380B}" type="pres">
      <dgm:prSet presAssocID="{69D47FCD-5D7B-4907-BD13-40D63DDE0B8E}" presName="text3" presStyleLbl="fgAcc3" presStyleIdx="0" presStyleCnt="2" custLinFactNeighborX="357" custLinFactNeighborY="-1086">
        <dgm:presLayoutVars>
          <dgm:chPref val="3"/>
        </dgm:presLayoutVars>
      </dgm:prSet>
      <dgm:spPr/>
    </dgm:pt>
    <dgm:pt modelId="{1FDFC864-3314-4156-826D-18D21F0296A5}" type="pres">
      <dgm:prSet presAssocID="{69D47FCD-5D7B-4907-BD13-40D63DDE0B8E}" presName="hierChild4" presStyleCnt="0"/>
      <dgm:spPr/>
    </dgm:pt>
    <dgm:pt modelId="{960C6758-05FE-4C7C-814B-B59DD70F51E3}" type="pres">
      <dgm:prSet presAssocID="{AD98B5E3-5960-4790-B91E-7F927DAA1B55}" presName="Name17" presStyleLbl="parChTrans1D3" presStyleIdx="1" presStyleCnt="2"/>
      <dgm:spPr/>
    </dgm:pt>
    <dgm:pt modelId="{D6092603-FBD9-4C82-876C-AF62D74FE022}" type="pres">
      <dgm:prSet presAssocID="{D1D21D6F-5B17-429F-8DF5-7EE97E86F0A9}" presName="hierRoot3" presStyleCnt="0"/>
      <dgm:spPr/>
    </dgm:pt>
    <dgm:pt modelId="{878B6CF8-3675-44B2-BF9C-5325542CB418}" type="pres">
      <dgm:prSet presAssocID="{D1D21D6F-5B17-429F-8DF5-7EE97E86F0A9}" presName="composite3" presStyleCnt="0"/>
      <dgm:spPr/>
    </dgm:pt>
    <dgm:pt modelId="{09BDF794-E267-4111-AA2D-2895D59B2AF6}" type="pres">
      <dgm:prSet presAssocID="{D1D21D6F-5B17-429F-8DF5-7EE97E86F0A9}" presName="background3" presStyleLbl="node3" presStyleIdx="1" presStyleCnt="2"/>
      <dgm:spPr/>
    </dgm:pt>
    <dgm:pt modelId="{1761E158-AF45-4FE3-88A3-2B291C1FBB65}" type="pres">
      <dgm:prSet presAssocID="{D1D21D6F-5B17-429F-8DF5-7EE97E86F0A9}" presName="text3" presStyleLbl="fgAcc3" presStyleIdx="1" presStyleCnt="2">
        <dgm:presLayoutVars>
          <dgm:chPref val="3"/>
        </dgm:presLayoutVars>
      </dgm:prSet>
      <dgm:spPr/>
    </dgm:pt>
    <dgm:pt modelId="{7A7AC321-050D-4371-B38E-BE0C479F1611}" type="pres">
      <dgm:prSet presAssocID="{D1D21D6F-5B17-429F-8DF5-7EE97E86F0A9}" presName="hierChild4" presStyleCnt="0"/>
      <dgm:spPr/>
    </dgm:pt>
  </dgm:ptLst>
  <dgm:cxnLst>
    <dgm:cxn modelId="{DF7C1100-9009-43C9-B1A3-DB9B351D213C}" type="presOf" srcId="{B81B7F59-520D-420F-9B1D-D3ED627904CF}" destId="{96E80FB1-B5CF-4A1D-B936-E2B51F41D0F0}" srcOrd="0" destOrd="0" presId="urn:microsoft.com/office/officeart/2005/8/layout/hierarchy1"/>
    <dgm:cxn modelId="{6D99830C-5EF6-4045-AF81-ADFA5C6EEC9E}" type="presOf" srcId="{F2518138-D8C4-4B26-8A75-999678BDF6A6}" destId="{21A7F8A2-1062-4AA5-8797-57DC9BF74858}" srcOrd="0" destOrd="0" presId="urn:microsoft.com/office/officeart/2005/8/layout/hierarchy1"/>
    <dgm:cxn modelId="{25EC1F0D-52BE-4953-B0CA-E7736C73C5F7}" type="presOf" srcId="{AD98B5E3-5960-4790-B91E-7F927DAA1B55}" destId="{960C6758-05FE-4C7C-814B-B59DD70F51E3}" srcOrd="0" destOrd="0" presId="urn:microsoft.com/office/officeart/2005/8/layout/hierarchy1"/>
    <dgm:cxn modelId="{5E414D0F-7A9C-460C-B0E6-E8D40129FC31}" type="presOf" srcId="{7F141666-14DF-4E1E-AF67-222E1567DCC5}" destId="{434F8915-2C90-45C5-B7FB-13258D79A4DF}" srcOrd="0" destOrd="0" presId="urn:microsoft.com/office/officeart/2005/8/layout/hierarchy1"/>
    <dgm:cxn modelId="{77943727-2DCD-4C7D-A0C3-087E27CA8BAA}" type="presOf" srcId="{A66658F8-EC4D-4BC0-A3ED-C1533C1CA51A}" destId="{0E482735-19F6-40BB-BE22-79C1DF463D80}" srcOrd="0" destOrd="0" presId="urn:microsoft.com/office/officeart/2005/8/layout/hierarchy1"/>
    <dgm:cxn modelId="{FD43E12E-C02F-4E6E-A5BB-B5D74B40D618}" type="presOf" srcId="{1BB0A10D-4D99-44E6-AB24-8B4B80A12417}" destId="{7D580D91-52C8-4F06-A961-91992CDF0AAF}" srcOrd="0" destOrd="0" presId="urn:microsoft.com/office/officeart/2005/8/layout/hierarchy1"/>
    <dgm:cxn modelId="{9174BD5C-8FBE-400C-B639-EA987F06E976}" type="presOf" srcId="{D1D21D6F-5B17-429F-8DF5-7EE97E86F0A9}" destId="{1761E158-AF45-4FE3-88A3-2B291C1FBB65}" srcOrd="0" destOrd="0" presId="urn:microsoft.com/office/officeart/2005/8/layout/hierarchy1"/>
    <dgm:cxn modelId="{EB567348-77A8-4D84-98E0-9FE7793265DB}" srcId="{B24ABC18-ED44-4CAC-A7ED-545F3689FFCE}" destId="{7F141666-14DF-4E1E-AF67-222E1567DCC5}" srcOrd="3" destOrd="0" parTransId="{F2518138-D8C4-4B26-8A75-999678BDF6A6}" sibTransId="{36D2C472-B847-40CA-A39D-1A4CCBC4050D}"/>
    <dgm:cxn modelId="{0648826A-9BCC-45B0-B2F2-0FF5ED9DC02C}" srcId="{B24ABC18-ED44-4CAC-A7ED-545F3689FFCE}" destId="{A66658F8-EC4D-4BC0-A3ED-C1533C1CA51A}" srcOrd="0" destOrd="0" parTransId="{21146282-6535-4DC3-88CF-E71FE034FB25}" sibTransId="{BC614D0A-2FB8-4275-8486-9469886592BB}"/>
    <dgm:cxn modelId="{2DA71E6C-51BF-4722-9622-290950C22A4C}" type="presOf" srcId="{7B3B0C89-9DCD-4F43-A873-955CF4422B06}" destId="{561490D4-C568-4809-B15D-5DE941B3142E}" srcOrd="0" destOrd="0" presId="urn:microsoft.com/office/officeart/2005/8/layout/hierarchy1"/>
    <dgm:cxn modelId="{655D936C-3EE4-4429-82AD-C54D9BEF7D40}" type="presOf" srcId="{1ADB74FD-06E8-469F-A84C-6DB6FD74BB04}" destId="{08DAE5A1-DDE6-4A68-A25B-EC35D1F5D0E4}" srcOrd="0" destOrd="0" presId="urn:microsoft.com/office/officeart/2005/8/layout/hierarchy1"/>
    <dgm:cxn modelId="{8107F870-48DB-4DDD-81D7-0E1F515D7ED0}" srcId="{B24ABC18-ED44-4CAC-A7ED-545F3689FFCE}" destId="{35AA79E9-DDDA-4F9A-8D05-234391CA6591}" srcOrd="1" destOrd="0" parTransId="{1BB0A10D-4D99-44E6-AB24-8B4B80A12417}" sibTransId="{1F4A4DD8-6840-40E8-BB88-8777F85BAFEF}"/>
    <dgm:cxn modelId="{4828F857-B736-4ECE-8845-8F2E9284E1B7}" srcId="{7F141666-14DF-4E1E-AF67-222E1567DCC5}" destId="{D1D21D6F-5B17-429F-8DF5-7EE97E86F0A9}" srcOrd="1" destOrd="0" parTransId="{AD98B5E3-5960-4790-B91E-7F927DAA1B55}" sibTransId="{9E5B778B-5C78-4D16-9EAB-B66B404BA70D}"/>
    <dgm:cxn modelId="{30137E59-38CD-4802-A6FA-A65A9964B73B}" srcId="{B24ABC18-ED44-4CAC-A7ED-545F3689FFCE}" destId="{441AF631-E741-4715-B5E2-3F63359F4907}" srcOrd="2" destOrd="0" parTransId="{B81B7F59-520D-420F-9B1D-D3ED627904CF}" sibTransId="{7222EED2-DFB4-486E-803C-1E7522CADA07}"/>
    <dgm:cxn modelId="{A79650BE-D85D-4E5A-93D6-44F510350C61}" type="presOf" srcId="{35AA79E9-DDDA-4F9A-8D05-234391CA6591}" destId="{05D4CB95-EAE9-483A-8A91-E58BB45C46B2}" srcOrd="0" destOrd="0" presId="urn:microsoft.com/office/officeart/2005/8/layout/hierarchy1"/>
    <dgm:cxn modelId="{807785C5-2D67-4C72-9A47-CBB93A844B05}" type="presOf" srcId="{B24ABC18-ED44-4CAC-A7ED-545F3689FFCE}" destId="{519E2000-1BBB-43A8-886A-1EE76EABEEC6}" srcOrd="0" destOrd="0" presId="urn:microsoft.com/office/officeart/2005/8/layout/hierarchy1"/>
    <dgm:cxn modelId="{3660AAC7-7088-46CE-877B-7DFC5B2088C8}" srcId="{7B3B0C89-9DCD-4F43-A873-955CF4422B06}" destId="{B24ABC18-ED44-4CAC-A7ED-545F3689FFCE}" srcOrd="0" destOrd="0" parTransId="{C9D510B4-A275-48A6-B473-12CAF3026506}" sibTransId="{4ED83DA7-926F-4638-828F-629A11D95219}"/>
    <dgm:cxn modelId="{925A1BD6-F8EF-4EC4-B2F5-3D13DFC61CA4}" type="presOf" srcId="{441AF631-E741-4715-B5E2-3F63359F4907}" destId="{C4D7ED0A-5737-4516-BF9A-72326BCC0FC3}" srcOrd="0" destOrd="0" presId="urn:microsoft.com/office/officeart/2005/8/layout/hierarchy1"/>
    <dgm:cxn modelId="{8D82CADD-3CDE-4FD6-B286-857061A758FD}" srcId="{7F141666-14DF-4E1E-AF67-222E1567DCC5}" destId="{69D47FCD-5D7B-4907-BD13-40D63DDE0B8E}" srcOrd="0" destOrd="0" parTransId="{1ADB74FD-06E8-469F-A84C-6DB6FD74BB04}" sibTransId="{14764068-93A4-4D76-B08D-3C8E9FDAF604}"/>
    <dgm:cxn modelId="{596FCFE6-C479-45DB-BA13-F603D85513FE}" type="presOf" srcId="{21146282-6535-4DC3-88CF-E71FE034FB25}" destId="{6A442F23-0971-40DB-8C1E-B4BB7C40785E}" srcOrd="0" destOrd="0" presId="urn:microsoft.com/office/officeart/2005/8/layout/hierarchy1"/>
    <dgm:cxn modelId="{FA4FC4EC-DFDD-4EFD-8964-940E22E3C9A9}" type="presOf" srcId="{69D47FCD-5D7B-4907-BD13-40D63DDE0B8E}" destId="{940C824D-CE89-4620-A43B-44C79C51380B}" srcOrd="0" destOrd="0" presId="urn:microsoft.com/office/officeart/2005/8/layout/hierarchy1"/>
    <dgm:cxn modelId="{9AFFDFD6-BFE3-4EF7-A47F-7B5A0808CDBD}" type="presParOf" srcId="{561490D4-C568-4809-B15D-5DE941B3142E}" destId="{2B9418B4-9539-48D5-870E-94468D4AEEED}" srcOrd="0" destOrd="0" presId="urn:microsoft.com/office/officeart/2005/8/layout/hierarchy1"/>
    <dgm:cxn modelId="{1D03C955-B7BB-4576-8D64-FBF69687A03B}" type="presParOf" srcId="{2B9418B4-9539-48D5-870E-94468D4AEEED}" destId="{D7BDCFC7-E231-43BF-8B5A-46738A4E10C5}" srcOrd="0" destOrd="0" presId="urn:microsoft.com/office/officeart/2005/8/layout/hierarchy1"/>
    <dgm:cxn modelId="{36D85412-BF8C-4C0A-B198-181AEE35C0FF}" type="presParOf" srcId="{D7BDCFC7-E231-43BF-8B5A-46738A4E10C5}" destId="{05DDD42B-D258-4D01-98A9-710AD9174C66}" srcOrd="0" destOrd="0" presId="urn:microsoft.com/office/officeart/2005/8/layout/hierarchy1"/>
    <dgm:cxn modelId="{6F4C05C4-3476-4700-9C22-CF18507CC9CE}" type="presParOf" srcId="{D7BDCFC7-E231-43BF-8B5A-46738A4E10C5}" destId="{519E2000-1BBB-43A8-886A-1EE76EABEEC6}" srcOrd="1" destOrd="0" presId="urn:microsoft.com/office/officeart/2005/8/layout/hierarchy1"/>
    <dgm:cxn modelId="{842665C7-80AB-4D67-92A5-21BCAE7253F1}" type="presParOf" srcId="{2B9418B4-9539-48D5-870E-94468D4AEEED}" destId="{B9DFAEB5-3A10-48CE-B050-484D07A386F3}" srcOrd="1" destOrd="0" presId="urn:microsoft.com/office/officeart/2005/8/layout/hierarchy1"/>
    <dgm:cxn modelId="{E98E9746-898A-4B84-ABF2-9AF3ADCC95D6}" type="presParOf" srcId="{B9DFAEB5-3A10-48CE-B050-484D07A386F3}" destId="{6A442F23-0971-40DB-8C1E-B4BB7C40785E}" srcOrd="0" destOrd="0" presId="urn:microsoft.com/office/officeart/2005/8/layout/hierarchy1"/>
    <dgm:cxn modelId="{0202C578-7197-4863-8869-6772D2E794FB}" type="presParOf" srcId="{B9DFAEB5-3A10-48CE-B050-484D07A386F3}" destId="{F7F2EA14-E1E8-44B8-A29B-EBA936535BB0}" srcOrd="1" destOrd="0" presId="urn:microsoft.com/office/officeart/2005/8/layout/hierarchy1"/>
    <dgm:cxn modelId="{50B989A8-FC62-4213-9EC1-DB37ECDCE2FD}" type="presParOf" srcId="{F7F2EA14-E1E8-44B8-A29B-EBA936535BB0}" destId="{222B2C98-D8C6-4AC0-A843-35CBC5B1ADC7}" srcOrd="0" destOrd="0" presId="urn:microsoft.com/office/officeart/2005/8/layout/hierarchy1"/>
    <dgm:cxn modelId="{8175EA34-A458-4A34-8FB0-B8B995024837}" type="presParOf" srcId="{222B2C98-D8C6-4AC0-A843-35CBC5B1ADC7}" destId="{290C1ADE-53F4-4C0E-9015-1DB442FE84B9}" srcOrd="0" destOrd="0" presId="urn:microsoft.com/office/officeart/2005/8/layout/hierarchy1"/>
    <dgm:cxn modelId="{C452C97F-2735-4517-A32E-8A647A0C72BC}" type="presParOf" srcId="{222B2C98-D8C6-4AC0-A843-35CBC5B1ADC7}" destId="{0E482735-19F6-40BB-BE22-79C1DF463D80}" srcOrd="1" destOrd="0" presId="urn:microsoft.com/office/officeart/2005/8/layout/hierarchy1"/>
    <dgm:cxn modelId="{C52C2A1F-470A-4AAE-B1A9-324E9378A05D}" type="presParOf" srcId="{F7F2EA14-E1E8-44B8-A29B-EBA936535BB0}" destId="{B490D181-6601-40F9-B245-905158C2B6FE}" srcOrd="1" destOrd="0" presId="urn:microsoft.com/office/officeart/2005/8/layout/hierarchy1"/>
    <dgm:cxn modelId="{861A8778-AB69-441E-A5BF-9BD889B6FB6E}" type="presParOf" srcId="{B9DFAEB5-3A10-48CE-B050-484D07A386F3}" destId="{7D580D91-52C8-4F06-A961-91992CDF0AAF}" srcOrd="2" destOrd="0" presId="urn:microsoft.com/office/officeart/2005/8/layout/hierarchy1"/>
    <dgm:cxn modelId="{00EBB8F9-B9AA-4D7A-8DBB-40D5E6A867D2}" type="presParOf" srcId="{B9DFAEB5-3A10-48CE-B050-484D07A386F3}" destId="{C23677EC-C883-41D3-B5EB-35C241381FE9}" srcOrd="3" destOrd="0" presId="urn:microsoft.com/office/officeart/2005/8/layout/hierarchy1"/>
    <dgm:cxn modelId="{EDDFB5F4-EC30-4D2E-9A96-D8DA89A99FD4}" type="presParOf" srcId="{C23677EC-C883-41D3-B5EB-35C241381FE9}" destId="{6CBA59CD-A566-48B1-A11D-0DC856FB3CFC}" srcOrd="0" destOrd="0" presId="urn:microsoft.com/office/officeart/2005/8/layout/hierarchy1"/>
    <dgm:cxn modelId="{5F6ECD16-E25E-4BA7-B071-213AF3A37E9F}" type="presParOf" srcId="{6CBA59CD-A566-48B1-A11D-0DC856FB3CFC}" destId="{2606BDD1-4BE5-4F1B-879F-77BE5DDCB04C}" srcOrd="0" destOrd="0" presId="urn:microsoft.com/office/officeart/2005/8/layout/hierarchy1"/>
    <dgm:cxn modelId="{8FED37BA-7CF0-49CD-B95A-52AFCB65AFA9}" type="presParOf" srcId="{6CBA59CD-A566-48B1-A11D-0DC856FB3CFC}" destId="{05D4CB95-EAE9-483A-8A91-E58BB45C46B2}" srcOrd="1" destOrd="0" presId="urn:microsoft.com/office/officeart/2005/8/layout/hierarchy1"/>
    <dgm:cxn modelId="{38384F90-B57D-4561-9A8F-BA63293ACE66}" type="presParOf" srcId="{C23677EC-C883-41D3-B5EB-35C241381FE9}" destId="{6EEEDF79-FC7C-4252-B697-1EC32C7CDFCA}" srcOrd="1" destOrd="0" presId="urn:microsoft.com/office/officeart/2005/8/layout/hierarchy1"/>
    <dgm:cxn modelId="{027CCD85-038C-44FB-98B5-161A80CCADCC}" type="presParOf" srcId="{B9DFAEB5-3A10-48CE-B050-484D07A386F3}" destId="{96E80FB1-B5CF-4A1D-B936-E2B51F41D0F0}" srcOrd="4" destOrd="0" presId="urn:microsoft.com/office/officeart/2005/8/layout/hierarchy1"/>
    <dgm:cxn modelId="{203FFB72-C27E-48F2-AD92-43DC3949326F}" type="presParOf" srcId="{B9DFAEB5-3A10-48CE-B050-484D07A386F3}" destId="{458829ED-2519-44B8-BA8D-93D806D3935D}" srcOrd="5" destOrd="0" presId="urn:microsoft.com/office/officeart/2005/8/layout/hierarchy1"/>
    <dgm:cxn modelId="{2EAD242F-C1C8-408C-BE61-7CD830CD535E}" type="presParOf" srcId="{458829ED-2519-44B8-BA8D-93D806D3935D}" destId="{CAA7EBEE-E6F0-41B1-96A4-5752790A635F}" srcOrd="0" destOrd="0" presId="urn:microsoft.com/office/officeart/2005/8/layout/hierarchy1"/>
    <dgm:cxn modelId="{8E6746B2-EA15-439F-93B1-4CFE552BF2CC}" type="presParOf" srcId="{CAA7EBEE-E6F0-41B1-96A4-5752790A635F}" destId="{494825BA-59F1-4A83-BDF7-AFA8C6AADC84}" srcOrd="0" destOrd="0" presId="urn:microsoft.com/office/officeart/2005/8/layout/hierarchy1"/>
    <dgm:cxn modelId="{B54A7E7B-CA5F-4B50-9C0C-ECB96CD09E13}" type="presParOf" srcId="{CAA7EBEE-E6F0-41B1-96A4-5752790A635F}" destId="{C4D7ED0A-5737-4516-BF9A-72326BCC0FC3}" srcOrd="1" destOrd="0" presId="urn:microsoft.com/office/officeart/2005/8/layout/hierarchy1"/>
    <dgm:cxn modelId="{ABE88BFD-9874-4977-804A-CB6E3480352B}" type="presParOf" srcId="{458829ED-2519-44B8-BA8D-93D806D3935D}" destId="{A6070146-804E-4DC8-8D3F-A3421CA255DB}" srcOrd="1" destOrd="0" presId="urn:microsoft.com/office/officeart/2005/8/layout/hierarchy1"/>
    <dgm:cxn modelId="{06D8919C-700A-4CBC-91E2-DE431A0F145D}" type="presParOf" srcId="{B9DFAEB5-3A10-48CE-B050-484D07A386F3}" destId="{21A7F8A2-1062-4AA5-8797-57DC9BF74858}" srcOrd="6" destOrd="0" presId="urn:microsoft.com/office/officeart/2005/8/layout/hierarchy1"/>
    <dgm:cxn modelId="{2F3C22F5-457D-4622-A6CB-FFBB4FDCD64A}" type="presParOf" srcId="{B9DFAEB5-3A10-48CE-B050-484D07A386F3}" destId="{D7FA64EB-DD5E-4AC2-8816-637B80042F85}" srcOrd="7" destOrd="0" presId="urn:microsoft.com/office/officeart/2005/8/layout/hierarchy1"/>
    <dgm:cxn modelId="{B9D09FF2-1619-40FC-AD4A-A1C203EF8B51}" type="presParOf" srcId="{D7FA64EB-DD5E-4AC2-8816-637B80042F85}" destId="{5CB93A98-6CCF-4CFF-A33C-3974ABAE2515}" srcOrd="0" destOrd="0" presId="urn:microsoft.com/office/officeart/2005/8/layout/hierarchy1"/>
    <dgm:cxn modelId="{0B3F7176-785A-416B-B9C4-2DC829D59EF4}" type="presParOf" srcId="{5CB93A98-6CCF-4CFF-A33C-3974ABAE2515}" destId="{594618C3-A4F7-457F-AA51-4F449D78C4E7}" srcOrd="0" destOrd="0" presId="urn:microsoft.com/office/officeart/2005/8/layout/hierarchy1"/>
    <dgm:cxn modelId="{B1D087F4-DB96-438F-B4F3-932EDE1B8C35}" type="presParOf" srcId="{5CB93A98-6CCF-4CFF-A33C-3974ABAE2515}" destId="{434F8915-2C90-45C5-B7FB-13258D79A4DF}" srcOrd="1" destOrd="0" presId="urn:microsoft.com/office/officeart/2005/8/layout/hierarchy1"/>
    <dgm:cxn modelId="{237CC451-10F6-481D-AFAE-15EB11DCE5F9}" type="presParOf" srcId="{D7FA64EB-DD5E-4AC2-8816-637B80042F85}" destId="{1EEA24FC-A64F-4DDA-A6BE-889797AD323A}" srcOrd="1" destOrd="0" presId="urn:microsoft.com/office/officeart/2005/8/layout/hierarchy1"/>
    <dgm:cxn modelId="{90C266BE-8FA0-48DC-861A-12F94FC7C894}" type="presParOf" srcId="{1EEA24FC-A64F-4DDA-A6BE-889797AD323A}" destId="{08DAE5A1-DDE6-4A68-A25B-EC35D1F5D0E4}" srcOrd="0" destOrd="0" presId="urn:microsoft.com/office/officeart/2005/8/layout/hierarchy1"/>
    <dgm:cxn modelId="{A51A7839-91D7-4B89-87EA-106FB35DD0FF}" type="presParOf" srcId="{1EEA24FC-A64F-4DDA-A6BE-889797AD323A}" destId="{5E2A47D8-BDFF-4EEB-B88A-B2788B858617}" srcOrd="1" destOrd="0" presId="urn:microsoft.com/office/officeart/2005/8/layout/hierarchy1"/>
    <dgm:cxn modelId="{BF87BEB5-BE47-4905-8E20-CB5E275C9F14}" type="presParOf" srcId="{5E2A47D8-BDFF-4EEB-B88A-B2788B858617}" destId="{44AB553F-6514-4B16-A159-76A96345195F}" srcOrd="0" destOrd="0" presId="urn:microsoft.com/office/officeart/2005/8/layout/hierarchy1"/>
    <dgm:cxn modelId="{A81C4B2F-7E98-4FCC-A9F4-ABE781961C5B}" type="presParOf" srcId="{44AB553F-6514-4B16-A159-76A96345195F}" destId="{2F9F47E3-B4FC-4B02-95FA-083B8C371E24}" srcOrd="0" destOrd="0" presId="urn:microsoft.com/office/officeart/2005/8/layout/hierarchy1"/>
    <dgm:cxn modelId="{C86F2C16-CED8-4B59-8132-90D89614D736}" type="presParOf" srcId="{44AB553F-6514-4B16-A159-76A96345195F}" destId="{940C824D-CE89-4620-A43B-44C79C51380B}" srcOrd="1" destOrd="0" presId="urn:microsoft.com/office/officeart/2005/8/layout/hierarchy1"/>
    <dgm:cxn modelId="{76854993-ECF5-4EE5-8432-97FE6FA2C7BF}" type="presParOf" srcId="{5E2A47D8-BDFF-4EEB-B88A-B2788B858617}" destId="{1FDFC864-3314-4156-826D-18D21F0296A5}" srcOrd="1" destOrd="0" presId="urn:microsoft.com/office/officeart/2005/8/layout/hierarchy1"/>
    <dgm:cxn modelId="{C0D6F117-AB46-4A8A-A812-7BDFEFC3BFD0}" type="presParOf" srcId="{1EEA24FC-A64F-4DDA-A6BE-889797AD323A}" destId="{960C6758-05FE-4C7C-814B-B59DD70F51E3}" srcOrd="2" destOrd="0" presId="urn:microsoft.com/office/officeart/2005/8/layout/hierarchy1"/>
    <dgm:cxn modelId="{8CC9B699-38E1-4BA4-89C5-0D99BEA08578}" type="presParOf" srcId="{1EEA24FC-A64F-4DDA-A6BE-889797AD323A}" destId="{D6092603-FBD9-4C82-876C-AF62D74FE022}" srcOrd="3" destOrd="0" presId="urn:microsoft.com/office/officeart/2005/8/layout/hierarchy1"/>
    <dgm:cxn modelId="{CE0F0B32-DCF4-46A1-B368-789F0FC8BA5C}" type="presParOf" srcId="{D6092603-FBD9-4C82-876C-AF62D74FE022}" destId="{878B6CF8-3675-44B2-BF9C-5325542CB418}" srcOrd="0" destOrd="0" presId="urn:microsoft.com/office/officeart/2005/8/layout/hierarchy1"/>
    <dgm:cxn modelId="{6D18E731-0F15-4F94-B302-5DBA53ABED67}" type="presParOf" srcId="{878B6CF8-3675-44B2-BF9C-5325542CB418}" destId="{09BDF794-E267-4111-AA2D-2895D59B2AF6}" srcOrd="0" destOrd="0" presId="urn:microsoft.com/office/officeart/2005/8/layout/hierarchy1"/>
    <dgm:cxn modelId="{9DBF45AD-D23E-469B-AC6B-1BDEC4272833}" type="presParOf" srcId="{878B6CF8-3675-44B2-BF9C-5325542CB418}" destId="{1761E158-AF45-4FE3-88A3-2B291C1FBB65}" srcOrd="1" destOrd="0" presId="urn:microsoft.com/office/officeart/2005/8/layout/hierarchy1"/>
    <dgm:cxn modelId="{69CBA572-2F3B-4F9A-B166-37EEA8CFC24D}" type="presParOf" srcId="{D6092603-FBD9-4C82-876C-AF62D74FE022}" destId="{7A7AC321-050D-4371-B38E-BE0C479F161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744A-6EB2-48F9-AE7D-4695B91E1058}">
      <dsp:nvSpPr>
        <dsp:cNvPr id="0" name=""/>
        <dsp:cNvSpPr/>
      </dsp:nvSpPr>
      <dsp:spPr>
        <a:xfrm>
          <a:off x="1965063" y="1226"/>
          <a:ext cx="973253" cy="6326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Requirement</a:t>
          </a:r>
        </a:p>
      </dsp:txBody>
      <dsp:txXfrm>
        <a:off x="1995945" y="32108"/>
        <a:ext cx="911489" cy="570851"/>
      </dsp:txXfrm>
    </dsp:sp>
    <dsp:sp modelId="{D0E53C81-A03E-4C58-A506-659DAD23971F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098636" y="130127"/>
              </a:moveTo>
              <a:arcTo wR="1489724" hR="1489724" stAng="17647548" swAng="9233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866F4-80C5-453C-A6DB-5432EB1A423F}">
      <dsp:nvSpPr>
        <dsp:cNvPr id="0" name=""/>
        <dsp:cNvSpPr/>
      </dsp:nvSpPr>
      <dsp:spPr>
        <a:xfrm>
          <a:off x="3255202" y="746088"/>
          <a:ext cx="973253" cy="63261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Design</a:t>
          </a:r>
        </a:p>
      </dsp:txBody>
      <dsp:txXfrm>
        <a:off x="3286084" y="776970"/>
        <a:ext cx="911489" cy="570851"/>
      </dsp:txXfrm>
    </dsp:sp>
    <dsp:sp modelId="{4E8C3470-C81F-48D8-A024-8C007459AAF0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956245" y="1227817"/>
              </a:moveTo>
              <a:arcTo wR="1489724" hR="1489724" stAng="20992455" swAng="1215089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0EF89-2850-4662-A114-D86E9F3C7BA7}">
      <dsp:nvSpPr>
        <dsp:cNvPr id="0" name=""/>
        <dsp:cNvSpPr/>
      </dsp:nvSpPr>
      <dsp:spPr>
        <a:xfrm>
          <a:off x="3255202" y="2235812"/>
          <a:ext cx="973253" cy="63261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Implementation</a:t>
          </a:r>
        </a:p>
      </dsp:txBody>
      <dsp:txXfrm>
        <a:off x="3286084" y="2266694"/>
        <a:ext cx="911489" cy="570851"/>
      </dsp:txXfrm>
    </dsp:sp>
    <dsp:sp modelId="{977126D1-E069-48B8-975D-907940DDE247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437618" y="2638973"/>
              </a:moveTo>
              <a:arcTo wR="1489724" hR="1489724" stAng="3029063" swAng="923389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78105-FC93-4BC7-9EE1-9F7B7BA1A38C}">
      <dsp:nvSpPr>
        <dsp:cNvPr id="0" name=""/>
        <dsp:cNvSpPr/>
      </dsp:nvSpPr>
      <dsp:spPr>
        <a:xfrm>
          <a:off x="1965063" y="2980674"/>
          <a:ext cx="973253" cy="6326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Testing </a:t>
          </a:r>
        </a:p>
      </dsp:txBody>
      <dsp:txXfrm>
        <a:off x="1995945" y="3011556"/>
        <a:ext cx="911489" cy="570851"/>
      </dsp:txXfrm>
    </dsp:sp>
    <dsp:sp modelId="{D23C91E1-2B45-4846-BE84-E653507E9714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880812" y="2849321"/>
              </a:moveTo>
              <a:arcTo wR="1489724" hR="1489724" stAng="6847548" swAng="923389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06071-5B1B-4AF5-8E3B-371AF948DE26}">
      <dsp:nvSpPr>
        <dsp:cNvPr id="0" name=""/>
        <dsp:cNvSpPr/>
      </dsp:nvSpPr>
      <dsp:spPr>
        <a:xfrm>
          <a:off x="674923" y="2235812"/>
          <a:ext cx="973253" cy="63261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Deployment</a:t>
          </a:r>
        </a:p>
      </dsp:txBody>
      <dsp:txXfrm>
        <a:off x="705805" y="2266694"/>
        <a:ext cx="911489" cy="570851"/>
      </dsp:txXfrm>
    </dsp:sp>
    <dsp:sp modelId="{0ED3EAEC-7466-441A-BA7C-CCBCBB93846E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3203" y="1751631"/>
              </a:moveTo>
              <a:arcTo wR="1489724" hR="1489724" stAng="10192455" swAng="1215089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06A51-B07C-45B1-9B1D-4821D858E3CC}">
      <dsp:nvSpPr>
        <dsp:cNvPr id="0" name=""/>
        <dsp:cNvSpPr/>
      </dsp:nvSpPr>
      <dsp:spPr>
        <a:xfrm>
          <a:off x="674923" y="746088"/>
          <a:ext cx="973253" cy="6326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Maintenance </a:t>
          </a:r>
        </a:p>
      </dsp:txBody>
      <dsp:txXfrm>
        <a:off x="705805" y="776970"/>
        <a:ext cx="911489" cy="570851"/>
      </dsp:txXfrm>
    </dsp:sp>
    <dsp:sp modelId="{089618B7-5F1E-404B-B88E-92377E7B1738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541829" y="340474"/>
              </a:moveTo>
              <a:arcTo wR="1489724" hR="1489724" stAng="13829063" swAng="9233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744A-6EB2-48F9-AE7D-4695B91E1058}">
      <dsp:nvSpPr>
        <dsp:cNvPr id="0" name=""/>
        <dsp:cNvSpPr/>
      </dsp:nvSpPr>
      <dsp:spPr>
        <a:xfrm>
          <a:off x="2007560" y="1645"/>
          <a:ext cx="888258" cy="57736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Training</a:t>
          </a:r>
        </a:p>
      </dsp:txBody>
      <dsp:txXfrm>
        <a:off x="2035745" y="29830"/>
        <a:ext cx="831888" cy="520998"/>
      </dsp:txXfrm>
    </dsp:sp>
    <dsp:sp modelId="{D0E53C81-A03E-4C58-A506-659DAD23971F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2206444" y="98226"/>
              </a:moveTo>
              <a:arcTo wR="1646292" hR="1646292" stAng="17393530" swAng="77080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E431D-A347-4CC0-A887-3A8BBABB5C05}">
      <dsp:nvSpPr>
        <dsp:cNvPr id="0" name=""/>
        <dsp:cNvSpPr/>
      </dsp:nvSpPr>
      <dsp:spPr>
        <a:xfrm>
          <a:off x="3294683" y="621491"/>
          <a:ext cx="888258" cy="57736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Requirement</a:t>
          </a:r>
          <a:endParaRPr lang="en-US" sz="900" kern="1200" dirty="0"/>
        </a:p>
      </dsp:txBody>
      <dsp:txXfrm>
        <a:off x="3322868" y="649676"/>
        <a:ext cx="831888" cy="520998"/>
      </dsp:txXfrm>
    </dsp:sp>
    <dsp:sp modelId="{41F77DB1-0036-4ECF-9A3F-71C1905A6E4F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3185059" y="1061079"/>
              </a:moveTo>
              <a:arcTo wR="1646292" hR="1646292" stAng="20350654" swAng="1063452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866F4-80C5-453C-A6DB-5432EB1A423F}">
      <dsp:nvSpPr>
        <dsp:cNvPr id="0" name=""/>
        <dsp:cNvSpPr/>
      </dsp:nvSpPr>
      <dsp:spPr>
        <a:xfrm>
          <a:off x="3612576" y="2014272"/>
          <a:ext cx="888258" cy="57736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Design</a:t>
          </a:r>
        </a:p>
      </dsp:txBody>
      <dsp:txXfrm>
        <a:off x="3640761" y="2042457"/>
        <a:ext cx="831888" cy="520998"/>
      </dsp:txXfrm>
    </dsp:sp>
    <dsp:sp modelId="{4E8C3470-C81F-48D8-A024-8C007459AAF0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3099487" y="2419920"/>
              </a:moveTo>
              <a:arcTo wR="1646292" hR="1646292" stAng="1681752" swAng="834421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0EF89-2850-4662-A114-D86E9F3C7BA7}">
      <dsp:nvSpPr>
        <dsp:cNvPr id="0" name=""/>
        <dsp:cNvSpPr/>
      </dsp:nvSpPr>
      <dsp:spPr>
        <a:xfrm>
          <a:off x="2721860" y="3131196"/>
          <a:ext cx="888258" cy="57736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Implementation</a:t>
          </a:r>
        </a:p>
      </dsp:txBody>
      <dsp:txXfrm>
        <a:off x="2750045" y="3159381"/>
        <a:ext cx="831888" cy="520998"/>
      </dsp:txXfrm>
    </dsp:sp>
    <dsp:sp modelId="{977126D1-E069-48B8-975D-907940DDE247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1809354" y="3284489"/>
              </a:moveTo>
              <a:arcTo wR="1646292" hR="1646292" stAng="5058939" swAng="682122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78105-FC93-4BC7-9EE1-9F7B7BA1A38C}">
      <dsp:nvSpPr>
        <dsp:cNvPr id="0" name=""/>
        <dsp:cNvSpPr/>
      </dsp:nvSpPr>
      <dsp:spPr>
        <a:xfrm>
          <a:off x="1293261" y="3131196"/>
          <a:ext cx="888258" cy="57736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Verification</a:t>
          </a:r>
        </a:p>
      </dsp:txBody>
      <dsp:txXfrm>
        <a:off x="1321446" y="3159381"/>
        <a:ext cx="831888" cy="520998"/>
      </dsp:txXfrm>
    </dsp:sp>
    <dsp:sp modelId="{D23C91E1-2B45-4846-BE84-E653507E9714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421633" y="2746514"/>
              </a:moveTo>
              <a:arcTo wR="1646292" hR="1646292" stAng="8283827" swAng="834421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06071-5B1B-4AF5-8E3B-371AF948DE26}">
      <dsp:nvSpPr>
        <dsp:cNvPr id="0" name=""/>
        <dsp:cNvSpPr/>
      </dsp:nvSpPr>
      <dsp:spPr>
        <a:xfrm>
          <a:off x="402544" y="2014272"/>
          <a:ext cx="888258" cy="57736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Release</a:t>
          </a:r>
        </a:p>
      </dsp:txBody>
      <dsp:txXfrm>
        <a:off x="430729" y="2042457"/>
        <a:ext cx="831888" cy="520998"/>
      </dsp:txXfrm>
    </dsp:sp>
    <dsp:sp modelId="{0ED3EAEC-7466-441A-BA7C-CCBCBB93846E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2406" y="1557313"/>
              </a:moveTo>
              <a:arcTo wR="1646292" hR="1646292" stAng="10985894" swAng="1063452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06A51-B07C-45B1-9B1D-4821D858E3CC}">
      <dsp:nvSpPr>
        <dsp:cNvPr id="0" name=""/>
        <dsp:cNvSpPr/>
      </dsp:nvSpPr>
      <dsp:spPr>
        <a:xfrm>
          <a:off x="720437" y="621491"/>
          <a:ext cx="888258" cy="57736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Response </a:t>
          </a:r>
        </a:p>
      </dsp:txBody>
      <dsp:txXfrm>
        <a:off x="748622" y="649676"/>
        <a:ext cx="831888" cy="520998"/>
      </dsp:txXfrm>
    </dsp:sp>
    <dsp:sp modelId="{089618B7-5F1E-404B-B88E-92377E7B1738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755958" y="261523"/>
              </a:moveTo>
              <a:arcTo wR="1646292" hR="1646292" stAng="14235666" swAng="770804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744A-6EB2-48F9-AE7D-4695B91E1058}">
      <dsp:nvSpPr>
        <dsp:cNvPr id="0" name=""/>
        <dsp:cNvSpPr/>
      </dsp:nvSpPr>
      <dsp:spPr>
        <a:xfrm>
          <a:off x="1965063" y="1226"/>
          <a:ext cx="973253" cy="6326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Requirement</a:t>
          </a:r>
        </a:p>
      </dsp:txBody>
      <dsp:txXfrm>
        <a:off x="1995945" y="32108"/>
        <a:ext cx="911489" cy="570851"/>
      </dsp:txXfrm>
    </dsp:sp>
    <dsp:sp modelId="{D0E53C81-A03E-4C58-A506-659DAD23971F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098636" y="130127"/>
              </a:moveTo>
              <a:arcTo wR="1489724" hR="1489724" stAng="17647548" swAng="9233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866F4-80C5-453C-A6DB-5432EB1A423F}">
      <dsp:nvSpPr>
        <dsp:cNvPr id="0" name=""/>
        <dsp:cNvSpPr/>
      </dsp:nvSpPr>
      <dsp:spPr>
        <a:xfrm>
          <a:off x="3255202" y="746088"/>
          <a:ext cx="973253" cy="63261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Design</a:t>
          </a:r>
        </a:p>
      </dsp:txBody>
      <dsp:txXfrm>
        <a:off x="3286084" y="776970"/>
        <a:ext cx="911489" cy="570851"/>
      </dsp:txXfrm>
    </dsp:sp>
    <dsp:sp modelId="{4E8C3470-C81F-48D8-A024-8C007459AAF0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956245" y="1227817"/>
              </a:moveTo>
              <a:arcTo wR="1489724" hR="1489724" stAng="20992455" swAng="1215089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0EF89-2850-4662-A114-D86E9F3C7BA7}">
      <dsp:nvSpPr>
        <dsp:cNvPr id="0" name=""/>
        <dsp:cNvSpPr/>
      </dsp:nvSpPr>
      <dsp:spPr>
        <a:xfrm>
          <a:off x="3255202" y="2235812"/>
          <a:ext cx="973253" cy="63261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Implementation</a:t>
          </a:r>
        </a:p>
      </dsp:txBody>
      <dsp:txXfrm>
        <a:off x="3286084" y="2266694"/>
        <a:ext cx="911489" cy="570851"/>
      </dsp:txXfrm>
    </dsp:sp>
    <dsp:sp modelId="{977126D1-E069-48B8-975D-907940DDE247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437618" y="2638973"/>
              </a:moveTo>
              <a:arcTo wR="1489724" hR="1489724" stAng="3029063" swAng="923389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78105-FC93-4BC7-9EE1-9F7B7BA1A38C}">
      <dsp:nvSpPr>
        <dsp:cNvPr id="0" name=""/>
        <dsp:cNvSpPr/>
      </dsp:nvSpPr>
      <dsp:spPr>
        <a:xfrm>
          <a:off x="1965063" y="2980674"/>
          <a:ext cx="973253" cy="6326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Testing </a:t>
          </a:r>
        </a:p>
      </dsp:txBody>
      <dsp:txXfrm>
        <a:off x="1995945" y="3011556"/>
        <a:ext cx="911489" cy="570851"/>
      </dsp:txXfrm>
    </dsp:sp>
    <dsp:sp modelId="{D23C91E1-2B45-4846-BE84-E653507E9714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880812" y="2849321"/>
              </a:moveTo>
              <a:arcTo wR="1489724" hR="1489724" stAng="6847548" swAng="923389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06071-5B1B-4AF5-8E3B-371AF948DE26}">
      <dsp:nvSpPr>
        <dsp:cNvPr id="0" name=""/>
        <dsp:cNvSpPr/>
      </dsp:nvSpPr>
      <dsp:spPr>
        <a:xfrm>
          <a:off x="674923" y="2235812"/>
          <a:ext cx="973253" cy="63261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Deployment</a:t>
          </a:r>
        </a:p>
      </dsp:txBody>
      <dsp:txXfrm>
        <a:off x="705805" y="2266694"/>
        <a:ext cx="911489" cy="570851"/>
      </dsp:txXfrm>
    </dsp:sp>
    <dsp:sp modelId="{0ED3EAEC-7466-441A-BA7C-CCBCBB93846E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23203" y="1751631"/>
              </a:moveTo>
              <a:arcTo wR="1489724" hR="1489724" stAng="10192455" swAng="1215089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06A51-B07C-45B1-9B1D-4821D858E3CC}">
      <dsp:nvSpPr>
        <dsp:cNvPr id="0" name=""/>
        <dsp:cNvSpPr/>
      </dsp:nvSpPr>
      <dsp:spPr>
        <a:xfrm>
          <a:off x="674923" y="746088"/>
          <a:ext cx="973253" cy="6326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Maintenance </a:t>
          </a:r>
        </a:p>
      </dsp:txBody>
      <dsp:txXfrm>
        <a:off x="705805" y="776970"/>
        <a:ext cx="911489" cy="570851"/>
      </dsp:txXfrm>
    </dsp:sp>
    <dsp:sp modelId="{089618B7-5F1E-404B-B88E-92377E7B1738}">
      <dsp:nvSpPr>
        <dsp:cNvPr id="0" name=""/>
        <dsp:cNvSpPr/>
      </dsp:nvSpPr>
      <dsp:spPr>
        <a:xfrm>
          <a:off x="961965" y="317533"/>
          <a:ext cx="2979448" cy="2979448"/>
        </a:xfrm>
        <a:custGeom>
          <a:avLst/>
          <a:gdLst/>
          <a:ahLst/>
          <a:cxnLst/>
          <a:rect l="0" t="0" r="0" b="0"/>
          <a:pathLst>
            <a:path>
              <a:moveTo>
                <a:pt x="541829" y="340474"/>
              </a:moveTo>
              <a:arcTo wR="1489724" hR="1489724" stAng="13829063" swAng="9233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744A-6EB2-48F9-AE7D-4695B91E1058}">
      <dsp:nvSpPr>
        <dsp:cNvPr id="0" name=""/>
        <dsp:cNvSpPr/>
      </dsp:nvSpPr>
      <dsp:spPr>
        <a:xfrm>
          <a:off x="2007560" y="1645"/>
          <a:ext cx="888258" cy="57736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Training</a:t>
          </a:r>
        </a:p>
      </dsp:txBody>
      <dsp:txXfrm>
        <a:off x="2035745" y="29830"/>
        <a:ext cx="831888" cy="520998"/>
      </dsp:txXfrm>
    </dsp:sp>
    <dsp:sp modelId="{D0E53C81-A03E-4C58-A506-659DAD23971F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2206444" y="98226"/>
              </a:moveTo>
              <a:arcTo wR="1646292" hR="1646292" stAng="17393530" swAng="77080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E431D-A347-4CC0-A887-3A8BBABB5C05}">
      <dsp:nvSpPr>
        <dsp:cNvPr id="0" name=""/>
        <dsp:cNvSpPr/>
      </dsp:nvSpPr>
      <dsp:spPr>
        <a:xfrm>
          <a:off x="3294683" y="621491"/>
          <a:ext cx="888258" cy="57736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Requirement</a:t>
          </a:r>
          <a:endParaRPr lang="en-US" sz="900" kern="1200" dirty="0"/>
        </a:p>
      </dsp:txBody>
      <dsp:txXfrm>
        <a:off x="3322868" y="649676"/>
        <a:ext cx="831888" cy="520998"/>
      </dsp:txXfrm>
    </dsp:sp>
    <dsp:sp modelId="{41F77DB1-0036-4ECF-9A3F-71C1905A6E4F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3185059" y="1061079"/>
              </a:moveTo>
              <a:arcTo wR="1646292" hR="1646292" stAng="20350654" swAng="1063452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866F4-80C5-453C-A6DB-5432EB1A423F}">
      <dsp:nvSpPr>
        <dsp:cNvPr id="0" name=""/>
        <dsp:cNvSpPr/>
      </dsp:nvSpPr>
      <dsp:spPr>
        <a:xfrm>
          <a:off x="3612576" y="2014272"/>
          <a:ext cx="888258" cy="57736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Design</a:t>
          </a:r>
        </a:p>
      </dsp:txBody>
      <dsp:txXfrm>
        <a:off x="3640761" y="2042457"/>
        <a:ext cx="831888" cy="520998"/>
      </dsp:txXfrm>
    </dsp:sp>
    <dsp:sp modelId="{4E8C3470-C81F-48D8-A024-8C007459AAF0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3099487" y="2419920"/>
              </a:moveTo>
              <a:arcTo wR="1646292" hR="1646292" stAng="1681752" swAng="834421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0EF89-2850-4662-A114-D86E9F3C7BA7}">
      <dsp:nvSpPr>
        <dsp:cNvPr id="0" name=""/>
        <dsp:cNvSpPr/>
      </dsp:nvSpPr>
      <dsp:spPr>
        <a:xfrm>
          <a:off x="2721860" y="3131196"/>
          <a:ext cx="888258" cy="57736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Implementation</a:t>
          </a:r>
        </a:p>
      </dsp:txBody>
      <dsp:txXfrm>
        <a:off x="2750045" y="3159381"/>
        <a:ext cx="831888" cy="520998"/>
      </dsp:txXfrm>
    </dsp:sp>
    <dsp:sp modelId="{977126D1-E069-48B8-975D-907940DDE247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1809354" y="3284489"/>
              </a:moveTo>
              <a:arcTo wR="1646292" hR="1646292" stAng="5058939" swAng="682122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78105-FC93-4BC7-9EE1-9F7B7BA1A38C}">
      <dsp:nvSpPr>
        <dsp:cNvPr id="0" name=""/>
        <dsp:cNvSpPr/>
      </dsp:nvSpPr>
      <dsp:spPr>
        <a:xfrm>
          <a:off x="1293261" y="3131196"/>
          <a:ext cx="888258" cy="57736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Verification</a:t>
          </a:r>
        </a:p>
      </dsp:txBody>
      <dsp:txXfrm>
        <a:off x="1321446" y="3159381"/>
        <a:ext cx="831888" cy="520998"/>
      </dsp:txXfrm>
    </dsp:sp>
    <dsp:sp modelId="{D23C91E1-2B45-4846-BE84-E653507E9714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421633" y="2746514"/>
              </a:moveTo>
              <a:arcTo wR="1646292" hR="1646292" stAng="8283827" swAng="834421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06071-5B1B-4AF5-8E3B-371AF948DE26}">
      <dsp:nvSpPr>
        <dsp:cNvPr id="0" name=""/>
        <dsp:cNvSpPr/>
      </dsp:nvSpPr>
      <dsp:spPr>
        <a:xfrm>
          <a:off x="402544" y="2014272"/>
          <a:ext cx="888258" cy="57736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Release</a:t>
          </a:r>
        </a:p>
      </dsp:txBody>
      <dsp:txXfrm>
        <a:off x="430729" y="2042457"/>
        <a:ext cx="831888" cy="520998"/>
      </dsp:txXfrm>
    </dsp:sp>
    <dsp:sp modelId="{0ED3EAEC-7466-441A-BA7C-CCBCBB93846E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2406" y="1557313"/>
              </a:moveTo>
              <a:arcTo wR="1646292" hR="1646292" stAng="10985894" swAng="1063452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06A51-B07C-45B1-9B1D-4821D858E3CC}">
      <dsp:nvSpPr>
        <dsp:cNvPr id="0" name=""/>
        <dsp:cNvSpPr/>
      </dsp:nvSpPr>
      <dsp:spPr>
        <a:xfrm>
          <a:off x="720437" y="621491"/>
          <a:ext cx="888258" cy="57736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Response </a:t>
          </a:r>
        </a:p>
      </dsp:txBody>
      <dsp:txXfrm>
        <a:off x="748622" y="649676"/>
        <a:ext cx="831888" cy="520998"/>
      </dsp:txXfrm>
    </dsp:sp>
    <dsp:sp modelId="{089618B7-5F1E-404B-B88E-92377E7B1738}">
      <dsp:nvSpPr>
        <dsp:cNvPr id="0" name=""/>
        <dsp:cNvSpPr/>
      </dsp:nvSpPr>
      <dsp:spPr>
        <a:xfrm>
          <a:off x="805397" y="290329"/>
          <a:ext cx="3292584" cy="3292584"/>
        </a:xfrm>
        <a:custGeom>
          <a:avLst/>
          <a:gdLst/>
          <a:ahLst/>
          <a:cxnLst/>
          <a:rect l="0" t="0" r="0" b="0"/>
          <a:pathLst>
            <a:path>
              <a:moveTo>
                <a:pt x="755958" y="261523"/>
              </a:moveTo>
              <a:arcTo wR="1646292" hR="1646292" stAng="14235666" swAng="770804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7F8A2-1062-4AA5-8797-57DC9BF74858}">
      <dsp:nvSpPr>
        <dsp:cNvPr id="0" name=""/>
        <dsp:cNvSpPr/>
      </dsp:nvSpPr>
      <dsp:spPr>
        <a:xfrm>
          <a:off x="5062840" y="2305498"/>
          <a:ext cx="3975560" cy="630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782"/>
              </a:lnTo>
              <a:lnTo>
                <a:pt x="3975560" y="429782"/>
              </a:lnTo>
              <a:lnTo>
                <a:pt x="3975560" y="63066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80FB1-B5CF-4A1D-B936-E2B51F41D0F0}">
      <dsp:nvSpPr>
        <dsp:cNvPr id="0" name=""/>
        <dsp:cNvSpPr/>
      </dsp:nvSpPr>
      <dsp:spPr>
        <a:xfrm>
          <a:off x="5062840" y="2305498"/>
          <a:ext cx="1325186" cy="630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9782"/>
              </a:lnTo>
              <a:lnTo>
                <a:pt x="1325186" y="429782"/>
              </a:lnTo>
              <a:lnTo>
                <a:pt x="1325186" y="63066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80D91-52C8-4F06-A961-91992CDF0AAF}">
      <dsp:nvSpPr>
        <dsp:cNvPr id="0" name=""/>
        <dsp:cNvSpPr/>
      </dsp:nvSpPr>
      <dsp:spPr>
        <a:xfrm>
          <a:off x="3716858" y="2305498"/>
          <a:ext cx="1345982" cy="580036"/>
        </a:xfrm>
        <a:custGeom>
          <a:avLst/>
          <a:gdLst/>
          <a:ahLst/>
          <a:cxnLst/>
          <a:rect l="0" t="0" r="0" b="0"/>
          <a:pathLst>
            <a:path>
              <a:moveTo>
                <a:pt x="1345982" y="0"/>
              </a:moveTo>
              <a:lnTo>
                <a:pt x="1345982" y="379150"/>
              </a:lnTo>
              <a:lnTo>
                <a:pt x="0" y="379150"/>
              </a:lnTo>
              <a:lnTo>
                <a:pt x="0" y="58003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42F23-0971-40DB-8C1E-B4BB7C40785E}">
      <dsp:nvSpPr>
        <dsp:cNvPr id="0" name=""/>
        <dsp:cNvSpPr/>
      </dsp:nvSpPr>
      <dsp:spPr>
        <a:xfrm>
          <a:off x="1087280" y="2305498"/>
          <a:ext cx="3975560" cy="630668"/>
        </a:xfrm>
        <a:custGeom>
          <a:avLst/>
          <a:gdLst/>
          <a:ahLst/>
          <a:cxnLst/>
          <a:rect l="0" t="0" r="0" b="0"/>
          <a:pathLst>
            <a:path>
              <a:moveTo>
                <a:pt x="3975560" y="0"/>
              </a:moveTo>
              <a:lnTo>
                <a:pt x="3975560" y="429782"/>
              </a:lnTo>
              <a:lnTo>
                <a:pt x="0" y="429782"/>
              </a:lnTo>
              <a:lnTo>
                <a:pt x="0" y="63066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DD42B-D258-4D01-98A9-710AD9174C66}">
      <dsp:nvSpPr>
        <dsp:cNvPr id="0" name=""/>
        <dsp:cNvSpPr/>
      </dsp:nvSpPr>
      <dsp:spPr>
        <a:xfrm>
          <a:off x="3978597" y="928508"/>
          <a:ext cx="2168487" cy="13769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2000-1BBB-43A8-886A-1EE76EABEEC6}">
      <dsp:nvSpPr>
        <dsp:cNvPr id="0" name=""/>
        <dsp:cNvSpPr/>
      </dsp:nvSpPr>
      <dsp:spPr>
        <a:xfrm>
          <a:off x="4219540" y="1157404"/>
          <a:ext cx="2168487" cy="1376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Attack types</a:t>
          </a:r>
        </a:p>
      </dsp:txBody>
      <dsp:txXfrm>
        <a:off x="4259871" y="1197735"/>
        <a:ext cx="2087825" cy="1296327"/>
      </dsp:txXfrm>
    </dsp:sp>
    <dsp:sp modelId="{290C1ADE-53F4-4C0E-9015-1DB442FE84B9}">
      <dsp:nvSpPr>
        <dsp:cNvPr id="0" name=""/>
        <dsp:cNvSpPr/>
      </dsp:nvSpPr>
      <dsp:spPr>
        <a:xfrm>
          <a:off x="3037" y="2936166"/>
          <a:ext cx="2168487" cy="13769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2735-19F6-40BB-BE22-79C1DF463D80}">
      <dsp:nvSpPr>
        <dsp:cNvPr id="0" name=""/>
        <dsp:cNvSpPr/>
      </dsp:nvSpPr>
      <dsp:spPr>
        <a:xfrm>
          <a:off x="243980" y="3165062"/>
          <a:ext cx="2168487" cy="1376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Social engineering attacks</a:t>
          </a:r>
        </a:p>
      </dsp:txBody>
      <dsp:txXfrm>
        <a:off x="284311" y="3205393"/>
        <a:ext cx="2087825" cy="1296327"/>
      </dsp:txXfrm>
    </dsp:sp>
    <dsp:sp modelId="{2606BDD1-4BE5-4F1B-879F-77BE5DDCB04C}">
      <dsp:nvSpPr>
        <dsp:cNvPr id="0" name=""/>
        <dsp:cNvSpPr/>
      </dsp:nvSpPr>
      <dsp:spPr>
        <a:xfrm>
          <a:off x="2632614" y="2885534"/>
          <a:ext cx="2168487" cy="13769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CB95-EAE9-483A-8A91-E58BB45C46B2}">
      <dsp:nvSpPr>
        <dsp:cNvPr id="0" name=""/>
        <dsp:cNvSpPr/>
      </dsp:nvSpPr>
      <dsp:spPr>
        <a:xfrm>
          <a:off x="2873557" y="3114430"/>
          <a:ext cx="2168487" cy="1376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Attacks against the application’s software</a:t>
          </a:r>
          <a:endParaRPr lang="en-US" sz="2400" kern="1200" dirty="0"/>
        </a:p>
      </dsp:txBody>
      <dsp:txXfrm>
        <a:off x="2913888" y="3154761"/>
        <a:ext cx="2087825" cy="1296327"/>
      </dsp:txXfrm>
    </dsp:sp>
    <dsp:sp modelId="{494825BA-59F1-4A83-BDF7-AFA8C6AADC84}">
      <dsp:nvSpPr>
        <dsp:cNvPr id="0" name=""/>
        <dsp:cNvSpPr/>
      </dsp:nvSpPr>
      <dsp:spPr>
        <a:xfrm>
          <a:off x="5303784" y="2936166"/>
          <a:ext cx="2168487" cy="13769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7ED0A-5737-4516-BF9A-72326BCC0FC3}">
      <dsp:nvSpPr>
        <dsp:cNvPr id="0" name=""/>
        <dsp:cNvSpPr/>
      </dsp:nvSpPr>
      <dsp:spPr>
        <a:xfrm>
          <a:off x="5544727" y="3165062"/>
          <a:ext cx="2168487" cy="1376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Attacks against the supporting infrastructure</a:t>
          </a:r>
          <a:endParaRPr lang="en-US" sz="2400" kern="1200" dirty="0"/>
        </a:p>
      </dsp:txBody>
      <dsp:txXfrm>
        <a:off x="5585058" y="3205393"/>
        <a:ext cx="2087825" cy="1296327"/>
      </dsp:txXfrm>
    </dsp:sp>
    <dsp:sp modelId="{594618C3-A4F7-457F-AA51-4F449D78C4E7}">
      <dsp:nvSpPr>
        <dsp:cNvPr id="0" name=""/>
        <dsp:cNvSpPr/>
      </dsp:nvSpPr>
      <dsp:spPr>
        <a:xfrm>
          <a:off x="7954157" y="2936166"/>
          <a:ext cx="2168487" cy="13769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F8915-2C90-45C5-B7FB-13258D79A4DF}">
      <dsp:nvSpPr>
        <dsp:cNvPr id="0" name=""/>
        <dsp:cNvSpPr/>
      </dsp:nvSpPr>
      <dsp:spPr>
        <a:xfrm>
          <a:off x="8195100" y="3165062"/>
          <a:ext cx="2168487" cy="1376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Physical attacks</a:t>
          </a:r>
        </a:p>
      </dsp:txBody>
      <dsp:txXfrm>
        <a:off x="8235431" y="3205393"/>
        <a:ext cx="2087825" cy="12963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7F8A2-1062-4AA5-8797-57DC9BF74858}">
      <dsp:nvSpPr>
        <dsp:cNvPr id="0" name=""/>
        <dsp:cNvSpPr/>
      </dsp:nvSpPr>
      <dsp:spPr>
        <a:xfrm>
          <a:off x="6855246" y="1245021"/>
          <a:ext cx="2630016" cy="417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320"/>
              </a:lnTo>
              <a:lnTo>
                <a:pt x="2630016" y="284320"/>
              </a:lnTo>
              <a:lnTo>
                <a:pt x="2630016" y="4172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80FB1-B5CF-4A1D-B936-E2B51F41D0F0}">
      <dsp:nvSpPr>
        <dsp:cNvPr id="0" name=""/>
        <dsp:cNvSpPr/>
      </dsp:nvSpPr>
      <dsp:spPr>
        <a:xfrm>
          <a:off x="6855246" y="1245021"/>
          <a:ext cx="876672" cy="417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320"/>
              </a:lnTo>
              <a:lnTo>
                <a:pt x="876672" y="284320"/>
              </a:lnTo>
              <a:lnTo>
                <a:pt x="876672" y="4172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80D91-52C8-4F06-A961-91992CDF0AAF}">
      <dsp:nvSpPr>
        <dsp:cNvPr id="0" name=""/>
        <dsp:cNvSpPr/>
      </dsp:nvSpPr>
      <dsp:spPr>
        <a:xfrm>
          <a:off x="5964817" y="1245021"/>
          <a:ext cx="890429" cy="383720"/>
        </a:xfrm>
        <a:custGeom>
          <a:avLst/>
          <a:gdLst/>
          <a:ahLst/>
          <a:cxnLst/>
          <a:rect l="0" t="0" r="0" b="0"/>
          <a:pathLst>
            <a:path>
              <a:moveTo>
                <a:pt x="890429" y="0"/>
              </a:moveTo>
              <a:lnTo>
                <a:pt x="890429" y="250825"/>
              </a:lnTo>
              <a:lnTo>
                <a:pt x="0" y="250825"/>
              </a:lnTo>
              <a:lnTo>
                <a:pt x="0" y="38372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E7D01C-F38F-4DBE-8249-CC803D746494}">
      <dsp:nvSpPr>
        <dsp:cNvPr id="0" name=""/>
        <dsp:cNvSpPr/>
      </dsp:nvSpPr>
      <dsp:spPr>
        <a:xfrm>
          <a:off x="4225230" y="2573179"/>
          <a:ext cx="3510002" cy="379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379"/>
              </a:lnTo>
              <a:lnTo>
                <a:pt x="3510002" y="246379"/>
              </a:lnTo>
              <a:lnTo>
                <a:pt x="3510002" y="379275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CB1EEC-7568-416C-8175-BFA98BFDEE42}">
      <dsp:nvSpPr>
        <dsp:cNvPr id="0" name=""/>
        <dsp:cNvSpPr/>
      </dsp:nvSpPr>
      <dsp:spPr>
        <a:xfrm>
          <a:off x="5910461" y="3867341"/>
          <a:ext cx="2698128" cy="451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317"/>
              </a:lnTo>
              <a:lnTo>
                <a:pt x="2698128" y="318317"/>
              </a:lnTo>
              <a:lnTo>
                <a:pt x="2698128" y="451212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38CBF-B37F-4D52-A53C-8090FB43EDB4}">
      <dsp:nvSpPr>
        <dsp:cNvPr id="0" name=""/>
        <dsp:cNvSpPr/>
      </dsp:nvSpPr>
      <dsp:spPr>
        <a:xfrm>
          <a:off x="5910461" y="3867341"/>
          <a:ext cx="944784" cy="451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317"/>
              </a:lnTo>
              <a:lnTo>
                <a:pt x="944784" y="318317"/>
              </a:lnTo>
              <a:lnTo>
                <a:pt x="944784" y="451212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46127-B555-42F8-8AEB-5E371217F42B}">
      <dsp:nvSpPr>
        <dsp:cNvPr id="0" name=""/>
        <dsp:cNvSpPr/>
      </dsp:nvSpPr>
      <dsp:spPr>
        <a:xfrm>
          <a:off x="5101902" y="3867341"/>
          <a:ext cx="808559" cy="451212"/>
        </a:xfrm>
        <a:custGeom>
          <a:avLst/>
          <a:gdLst/>
          <a:ahLst/>
          <a:cxnLst/>
          <a:rect l="0" t="0" r="0" b="0"/>
          <a:pathLst>
            <a:path>
              <a:moveTo>
                <a:pt x="808559" y="0"/>
              </a:moveTo>
              <a:lnTo>
                <a:pt x="808559" y="318317"/>
              </a:lnTo>
              <a:lnTo>
                <a:pt x="0" y="318317"/>
              </a:lnTo>
              <a:lnTo>
                <a:pt x="0" y="451212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78C5C-27D0-4696-B314-7E3BF118032E}">
      <dsp:nvSpPr>
        <dsp:cNvPr id="0" name=""/>
        <dsp:cNvSpPr/>
      </dsp:nvSpPr>
      <dsp:spPr>
        <a:xfrm>
          <a:off x="3348558" y="3867341"/>
          <a:ext cx="2561903" cy="451212"/>
        </a:xfrm>
        <a:custGeom>
          <a:avLst/>
          <a:gdLst/>
          <a:ahLst/>
          <a:cxnLst/>
          <a:rect l="0" t="0" r="0" b="0"/>
          <a:pathLst>
            <a:path>
              <a:moveTo>
                <a:pt x="2561903" y="0"/>
              </a:moveTo>
              <a:lnTo>
                <a:pt x="2561903" y="318317"/>
              </a:lnTo>
              <a:lnTo>
                <a:pt x="0" y="318317"/>
              </a:lnTo>
              <a:lnTo>
                <a:pt x="0" y="451212"/>
              </a:lnTo>
            </a:path>
          </a:pathLst>
        </a:custGeom>
        <a:noFill/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7F7998-8EC5-4E4E-92EC-D9AEF04014D3}">
      <dsp:nvSpPr>
        <dsp:cNvPr id="0" name=""/>
        <dsp:cNvSpPr/>
      </dsp:nvSpPr>
      <dsp:spPr>
        <a:xfrm>
          <a:off x="4225230" y="2573179"/>
          <a:ext cx="1685231" cy="383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324"/>
              </a:lnTo>
              <a:lnTo>
                <a:pt x="1685231" y="250324"/>
              </a:lnTo>
              <a:lnTo>
                <a:pt x="1685231" y="383219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23898-81B7-4922-92F3-506B21A8D41B}">
      <dsp:nvSpPr>
        <dsp:cNvPr id="0" name=""/>
        <dsp:cNvSpPr/>
      </dsp:nvSpPr>
      <dsp:spPr>
        <a:xfrm>
          <a:off x="4179510" y="2573179"/>
          <a:ext cx="91440" cy="3832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0324"/>
              </a:lnTo>
              <a:lnTo>
                <a:pt x="125423" y="250324"/>
              </a:lnTo>
              <a:lnTo>
                <a:pt x="125423" y="383219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BC2AE4-AF0F-430E-9299-85FCCFC31F61}">
      <dsp:nvSpPr>
        <dsp:cNvPr id="0" name=""/>
        <dsp:cNvSpPr/>
      </dsp:nvSpPr>
      <dsp:spPr>
        <a:xfrm>
          <a:off x="2471886" y="2573179"/>
          <a:ext cx="1753344" cy="417216"/>
        </a:xfrm>
        <a:custGeom>
          <a:avLst/>
          <a:gdLst/>
          <a:ahLst/>
          <a:cxnLst/>
          <a:rect l="0" t="0" r="0" b="0"/>
          <a:pathLst>
            <a:path>
              <a:moveTo>
                <a:pt x="1753344" y="0"/>
              </a:moveTo>
              <a:lnTo>
                <a:pt x="1753344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DE2D0-D813-47CC-BF62-D88791C456EA}">
      <dsp:nvSpPr>
        <dsp:cNvPr id="0" name=""/>
        <dsp:cNvSpPr/>
      </dsp:nvSpPr>
      <dsp:spPr>
        <a:xfrm>
          <a:off x="718542" y="2573179"/>
          <a:ext cx="3506688" cy="417216"/>
        </a:xfrm>
        <a:custGeom>
          <a:avLst/>
          <a:gdLst/>
          <a:ahLst/>
          <a:cxnLst/>
          <a:rect l="0" t="0" r="0" b="0"/>
          <a:pathLst>
            <a:path>
              <a:moveTo>
                <a:pt x="3506688" y="0"/>
              </a:moveTo>
              <a:lnTo>
                <a:pt x="3506688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42F23-0971-40DB-8C1E-B4BB7C40785E}">
      <dsp:nvSpPr>
        <dsp:cNvPr id="0" name=""/>
        <dsp:cNvSpPr/>
      </dsp:nvSpPr>
      <dsp:spPr>
        <a:xfrm>
          <a:off x="4225230" y="1245021"/>
          <a:ext cx="2630016" cy="417216"/>
        </a:xfrm>
        <a:custGeom>
          <a:avLst/>
          <a:gdLst/>
          <a:ahLst/>
          <a:cxnLst/>
          <a:rect l="0" t="0" r="0" b="0"/>
          <a:pathLst>
            <a:path>
              <a:moveTo>
                <a:pt x="2630016" y="0"/>
              </a:moveTo>
              <a:lnTo>
                <a:pt x="2630016" y="284320"/>
              </a:lnTo>
              <a:lnTo>
                <a:pt x="0" y="284320"/>
              </a:lnTo>
              <a:lnTo>
                <a:pt x="0" y="4172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DD42B-D258-4D01-98A9-710AD9174C66}">
      <dsp:nvSpPr>
        <dsp:cNvPr id="0" name=""/>
        <dsp:cNvSpPr/>
      </dsp:nvSpPr>
      <dsp:spPr>
        <a:xfrm>
          <a:off x="6137969" y="334079"/>
          <a:ext cx="1434554" cy="9109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2000-1BBB-43A8-886A-1EE76EABEEC6}">
      <dsp:nvSpPr>
        <dsp:cNvPr id="0" name=""/>
        <dsp:cNvSpPr/>
      </dsp:nvSpPr>
      <dsp:spPr>
        <a:xfrm>
          <a:off x="6297364" y="485504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Attack types</a:t>
          </a:r>
        </a:p>
      </dsp:txBody>
      <dsp:txXfrm>
        <a:off x="6324045" y="512185"/>
        <a:ext cx="1381192" cy="857579"/>
      </dsp:txXfrm>
    </dsp:sp>
    <dsp:sp modelId="{290C1ADE-53F4-4C0E-9015-1DB442FE84B9}">
      <dsp:nvSpPr>
        <dsp:cNvPr id="0" name=""/>
        <dsp:cNvSpPr/>
      </dsp:nvSpPr>
      <dsp:spPr>
        <a:xfrm>
          <a:off x="3507953" y="1662237"/>
          <a:ext cx="1434554" cy="910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2735-19F6-40BB-BE22-79C1DF463D80}">
      <dsp:nvSpPr>
        <dsp:cNvPr id="0" name=""/>
        <dsp:cNvSpPr/>
      </dsp:nvSpPr>
      <dsp:spPr>
        <a:xfrm>
          <a:off x="3667348" y="1813662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Social engineering attacks</a:t>
          </a:r>
        </a:p>
      </dsp:txBody>
      <dsp:txXfrm>
        <a:off x="3694029" y="1840343"/>
        <a:ext cx="1381192" cy="857579"/>
      </dsp:txXfrm>
    </dsp:sp>
    <dsp:sp modelId="{EDB63E20-94DF-43B4-B7CE-8AEDB1FBB885}">
      <dsp:nvSpPr>
        <dsp:cNvPr id="0" name=""/>
        <dsp:cNvSpPr/>
      </dsp:nvSpPr>
      <dsp:spPr>
        <a:xfrm>
          <a:off x="1265" y="2990395"/>
          <a:ext cx="1434554" cy="91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B9596-7E9B-4BF1-9480-17987F46B856}">
      <dsp:nvSpPr>
        <dsp:cNvPr id="0" name=""/>
        <dsp:cNvSpPr/>
      </dsp:nvSpPr>
      <dsp:spPr>
        <a:xfrm>
          <a:off x="160659" y="3141820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 dirty="0"/>
            <a:t>Dumpster diving</a:t>
          </a:r>
          <a:endParaRPr lang="en-US" sz="1600" b="1" kern="1200" dirty="0"/>
        </a:p>
      </dsp:txBody>
      <dsp:txXfrm>
        <a:off x="187340" y="3168501"/>
        <a:ext cx="1381192" cy="857579"/>
      </dsp:txXfrm>
    </dsp:sp>
    <dsp:sp modelId="{E6376D4D-8226-4B21-AF79-0B139BEEEE47}">
      <dsp:nvSpPr>
        <dsp:cNvPr id="0" name=""/>
        <dsp:cNvSpPr/>
      </dsp:nvSpPr>
      <dsp:spPr>
        <a:xfrm>
          <a:off x="1754609" y="2990395"/>
          <a:ext cx="1434554" cy="91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00AF4-CD51-4CFF-A17B-3FC4327069E8}">
      <dsp:nvSpPr>
        <dsp:cNvPr id="0" name=""/>
        <dsp:cNvSpPr/>
      </dsp:nvSpPr>
      <dsp:spPr>
        <a:xfrm>
          <a:off x="1914004" y="3141820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i="1" kern="1200" dirty="0"/>
            <a:t>Spam</a:t>
          </a:r>
          <a:endParaRPr lang="en-US" sz="1600" kern="1200" dirty="0"/>
        </a:p>
      </dsp:txBody>
      <dsp:txXfrm>
        <a:off x="1940685" y="3168501"/>
        <a:ext cx="1381192" cy="857579"/>
      </dsp:txXfrm>
    </dsp:sp>
    <dsp:sp modelId="{4A05C4F3-8209-48CA-B5E7-FE5D8E41B2A8}">
      <dsp:nvSpPr>
        <dsp:cNvPr id="0" name=""/>
        <dsp:cNvSpPr/>
      </dsp:nvSpPr>
      <dsp:spPr>
        <a:xfrm>
          <a:off x="3587657" y="2956399"/>
          <a:ext cx="1434554" cy="91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14437-14E0-4FE0-9BB7-A8D098046DF7}">
      <dsp:nvSpPr>
        <dsp:cNvPr id="0" name=""/>
        <dsp:cNvSpPr/>
      </dsp:nvSpPr>
      <dsp:spPr>
        <a:xfrm>
          <a:off x="3747052" y="3107824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/>
            <a:t>Phishing</a:t>
          </a:r>
          <a:endParaRPr lang="en-US" sz="1600" b="1" kern="1200"/>
        </a:p>
      </dsp:txBody>
      <dsp:txXfrm>
        <a:off x="3773733" y="3134505"/>
        <a:ext cx="1381192" cy="857579"/>
      </dsp:txXfrm>
    </dsp:sp>
    <dsp:sp modelId="{0D44152D-DA50-4850-92F4-C10682FE2B60}">
      <dsp:nvSpPr>
        <dsp:cNvPr id="0" name=""/>
        <dsp:cNvSpPr/>
      </dsp:nvSpPr>
      <dsp:spPr>
        <a:xfrm>
          <a:off x="5193184" y="2956399"/>
          <a:ext cx="1434554" cy="91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E61C3-1F30-4EB8-9066-CD4E672F38BA}">
      <dsp:nvSpPr>
        <dsp:cNvPr id="0" name=""/>
        <dsp:cNvSpPr/>
      </dsp:nvSpPr>
      <dsp:spPr>
        <a:xfrm>
          <a:off x="5352579" y="3107824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i="1" kern="1200" dirty="0"/>
            <a:t>Man in the middle</a:t>
          </a:r>
          <a:endParaRPr lang="en-US" altLang="en-US" sz="1600" b="1" kern="1200" dirty="0"/>
        </a:p>
      </dsp:txBody>
      <dsp:txXfrm>
        <a:off x="5379260" y="3134505"/>
        <a:ext cx="1381192" cy="857579"/>
      </dsp:txXfrm>
    </dsp:sp>
    <dsp:sp modelId="{A602A2EF-EFE2-482F-ABE6-B8C52541AC1B}">
      <dsp:nvSpPr>
        <dsp:cNvPr id="0" name=""/>
        <dsp:cNvSpPr/>
      </dsp:nvSpPr>
      <dsp:spPr>
        <a:xfrm>
          <a:off x="2631281" y="4318553"/>
          <a:ext cx="1434554" cy="910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97958-DAA0-418F-80EC-58BD56CFF632}">
      <dsp:nvSpPr>
        <dsp:cNvPr id="0" name=""/>
        <dsp:cNvSpPr/>
      </dsp:nvSpPr>
      <dsp:spPr>
        <a:xfrm>
          <a:off x="2790676" y="4469978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 dirty="0"/>
            <a:t>Reply attack</a:t>
          </a:r>
        </a:p>
      </dsp:txBody>
      <dsp:txXfrm>
        <a:off x="2817357" y="4496659"/>
        <a:ext cx="1381192" cy="857579"/>
      </dsp:txXfrm>
    </dsp:sp>
    <dsp:sp modelId="{219877FC-FD85-41F1-8D0D-A6608CC3FA8E}">
      <dsp:nvSpPr>
        <dsp:cNvPr id="0" name=""/>
        <dsp:cNvSpPr/>
      </dsp:nvSpPr>
      <dsp:spPr>
        <a:xfrm>
          <a:off x="4384625" y="4318553"/>
          <a:ext cx="1434554" cy="910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F53ED-C2B9-4FD6-B26D-010C4124D818}">
      <dsp:nvSpPr>
        <dsp:cNvPr id="0" name=""/>
        <dsp:cNvSpPr/>
      </dsp:nvSpPr>
      <dsp:spPr>
        <a:xfrm>
          <a:off x="4544020" y="4469978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 dirty="0"/>
            <a:t>ARP poisoning</a:t>
          </a:r>
        </a:p>
      </dsp:txBody>
      <dsp:txXfrm>
        <a:off x="4570701" y="4496659"/>
        <a:ext cx="1381192" cy="857579"/>
      </dsp:txXfrm>
    </dsp:sp>
    <dsp:sp modelId="{D5DC5DBD-2E95-498C-94D6-B2CFCDAE8960}">
      <dsp:nvSpPr>
        <dsp:cNvPr id="0" name=""/>
        <dsp:cNvSpPr/>
      </dsp:nvSpPr>
      <dsp:spPr>
        <a:xfrm>
          <a:off x="6137969" y="4318553"/>
          <a:ext cx="1434554" cy="910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A1E4A-8358-45EC-B4E7-15EEFF2EB736}">
      <dsp:nvSpPr>
        <dsp:cNvPr id="0" name=""/>
        <dsp:cNvSpPr/>
      </dsp:nvSpPr>
      <dsp:spPr>
        <a:xfrm>
          <a:off x="6297364" y="4469978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/>
            <a:t>DNS poisoning</a:t>
          </a:r>
          <a:endParaRPr lang="en-US" altLang="en-US" sz="1600" b="1" kern="1200" dirty="0"/>
        </a:p>
      </dsp:txBody>
      <dsp:txXfrm>
        <a:off x="6324045" y="4496659"/>
        <a:ext cx="1381192" cy="857579"/>
      </dsp:txXfrm>
    </dsp:sp>
    <dsp:sp modelId="{5B013F6F-6813-44B8-8D37-BDF03892E7DB}">
      <dsp:nvSpPr>
        <dsp:cNvPr id="0" name=""/>
        <dsp:cNvSpPr/>
      </dsp:nvSpPr>
      <dsp:spPr>
        <a:xfrm>
          <a:off x="7891313" y="4318553"/>
          <a:ext cx="1434554" cy="910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0F7A5-C7EB-4BC4-8C83-2AA0CADD329F}">
      <dsp:nvSpPr>
        <dsp:cNvPr id="0" name=""/>
        <dsp:cNvSpPr/>
      </dsp:nvSpPr>
      <dsp:spPr>
        <a:xfrm>
          <a:off x="8050708" y="4469978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/>
            <a:t>TCP session hijacking</a:t>
          </a:r>
          <a:endParaRPr lang="en-US" altLang="en-US" sz="1600" b="1" kern="1200" dirty="0"/>
        </a:p>
      </dsp:txBody>
      <dsp:txXfrm>
        <a:off x="8077389" y="4496659"/>
        <a:ext cx="1381192" cy="857579"/>
      </dsp:txXfrm>
    </dsp:sp>
    <dsp:sp modelId="{52C45095-216A-414D-A986-C3139B8D594A}">
      <dsp:nvSpPr>
        <dsp:cNvPr id="0" name=""/>
        <dsp:cNvSpPr/>
      </dsp:nvSpPr>
      <dsp:spPr>
        <a:xfrm>
          <a:off x="7017955" y="2952454"/>
          <a:ext cx="1434554" cy="910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86F0B-2958-44D0-A57D-A4313D0A8E8E}">
      <dsp:nvSpPr>
        <dsp:cNvPr id="0" name=""/>
        <dsp:cNvSpPr/>
      </dsp:nvSpPr>
      <dsp:spPr>
        <a:xfrm>
          <a:off x="7177350" y="3103879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1" kern="1200" dirty="0"/>
            <a:t>Password Guessing </a:t>
          </a:r>
        </a:p>
      </dsp:txBody>
      <dsp:txXfrm>
        <a:off x="7204031" y="3130560"/>
        <a:ext cx="1381192" cy="857579"/>
      </dsp:txXfrm>
    </dsp:sp>
    <dsp:sp modelId="{2606BDD1-4BE5-4F1B-879F-77BE5DDCB04C}">
      <dsp:nvSpPr>
        <dsp:cNvPr id="0" name=""/>
        <dsp:cNvSpPr/>
      </dsp:nvSpPr>
      <dsp:spPr>
        <a:xfrm>
          <a:off x="5247540" y="1628741"/>
          <a:ext cx="1434554" cy="910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CB95-EAE9-483A-8A91-E58BB45C46B2}">
      <dsp:nvSpPr>
        <dsp:cNvPr id="0" name=""/>
        <dsp:cNvSpPr/>
      </dsp:nvSpPr>
      <dsp:spPr>
        <a:xfrm>
          <a:off x="5406935" y="1780167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/>
            <a:t>Attacks against the application’s software</a:t>
          </a:r>
          <a:endParaRPr lang="en-US" sz="1600" kern="1200" dirty="0"/>
        </a:p>
      </dsp:txBody>
      <dsp:txXfrm>
        <a:off x="5433616" y="1806848"/>
        <a:ext cx="1381192" cy="857579"/>
      </dsp:txXfrm>
    </dsp:sp>
    <dsp:sp modelId="{494825BA-59F1-4A83-BDF7-AFA8C6AADC84}">
      <dsp:nvSpPr>
        <dsp:cNvPr id="0" name=""/>
        <dsp:cNvSpPr/>
      </dsp:nvSpPr>
      <dsp:spPr>
        <a:xfrm>
          <a:off x="7014641" y="1662237"/>
          <a:ext cx="1434554" cy="910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7ED0A-5737-4516-BF9A-72326BCC0FC3}">
      <dsp:nvSpPr>
        <dsp:cNvPr id="0" name=""/>
        <dsp:cNvSpPr/>
      </dsp:nvSpPr>
      <dsp:spPr>
        <a:xfrm>
          <a:off x="7174036" y="1813662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/>
            <a:t>Attacks against the supporting infrastructure</a:t>
          </a:r>
          <a:endParaRPr lang="en-US" sz="1600" kern="1200" dirty="0"/>
        </a:p>
      </dsp:txBody>
      <dsp:txXfrm>
        <a:off x="7200717" y="1840343"/>
        <a:ext cx="1381192" cy="857579"/>
      </dsp:txXfrm>
    </dsp:sp>
    <dsp:sp modelId="{594618C3-A4F7-457F-AA51-4F449D78C4E7}">
      <dsp:nvSpPr>
        <dsp:cNvPr id="0" name=""/>
        <dsp:cNvSpPr/>
      </dsp:nvSpPr>
      <dsp:spPr>
        <a:xfrm>
          <a:off x="8767985" y="1662237"/>
          <a:ext cx="1434554" cy="910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F8915-2C90-45C5-B7FB-13258D79A4DF}">
      <dsp:nvSpPr>
        <dsp:cNvPr id="0" name=""/>
        <dsp:cNvSpPr/>
      </dsp:nvSpPr>
      <dsp:spPr>
        <a:xfrm>
          <a:off x="8927380" y="1813662"/>
          <a:ext cx="1434554" cy="9109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/>
            <a:t>Physical attacks</a:t>
          </a:r>
        </a:p>
      </dsp:txBody>
      <dsp:txXfrm>
        <a:off x="8954061" y="1840343"/>
        <a:ext cx="1381192" cy="8575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7F8A2-1062-4AA5-8797-57DC9BF74858}">
      <dsp:nvSpPr>
        <dsp:cNvPr id="0" name=""/>
        <dsp:cNvSpPr/>
      </dsp:nvSpPr>
      <dsp:spPr>
        <a:xfrm>
          <a:off x="5662061" y="1510745"/>
          <a:ext cx="3523386" cy="558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99"/>
              </a:lnTo>
              <a:lnTo>
                <a:pt x="3523386" y="380899"/>
              </a:lnTo>
              <a:lnTo>
                <a:pt x="3523386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80FB1-B5CF-4A1D-B936-E2B51F41D0F0}">
      <dsp:nvSpPr>
        <dsp:cNvPr id="0" name=""/>
        <dsp:cNvSpPr/>
      </dsp:nvSpPr>
      <dsp:spPr>
        <a:xfrm>
          <a:off x="5662061" y="1510745"/>
          <a:ext cx="1174462" cy="558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99"/>
              </a:lnTo>
              <a:lnTo>
                <a:pt x="1174462" y="380899"/>
              </a:lnTo>
              <a:lnTo>
                <a:pt x="1174462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12AC26-D62E-4C82-A1D2-E9D876B14AB4}">
      <dsp:nvSpPr>
        <dsp:cNvPr id="0" name=""/>
        <dsp:cNvSpPr/>
      </dsp:nvSpPr>
      <dsp:spPr>
        <a:xfrm>
          <a:off x="4469169" y="3245182"/>
          <a:ext cx="3450568" cy="609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1264"/>
              </a:lnTo>
              <a:lnTo>
                <a:pt x="3450568" y="431264"/>
              </a:lnTo>
              <a:lnTo>
                <a:pt x="3450568" y="609302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594BB3-ED4A-4221-B97D-EC51CB410C68}">
      <dsp:nvSpPr>
        <dsp:cNvPr id="0" name=""/>
        <dsp:cNvSpPr/>
      </dsp:nvSpPr>
      <dsp:spPr>
        <a:xfrm>
          <a:off x="4469169" y="3245182"/>
          <a:ext cx="1192892" cy="603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5772"/>
              </a:lnTo>
              <a:lnTo>
                <a:pt x="1192892" y="425772"/>
              </a:lnTo>
              <a:lnTo>
                <a:pt x="1192892" y="60381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BB4C5B-ECEB-4C6F-9375-6619BD9D228D}">
      <dsp:nvSpPr>
        <dsp:cNvPr id="0" name=""/>
        <dsp:cNvSpPr/>
      </dsp:nvSpPr>
      <dsp:spPr>
        <a:xfrm>
          <a:off x="3313137" y="3245182"/>
          <a:ext cx="1156031" cy="603810"/>
        </a:xfrm>
        <a:custGeom>
          <a:avLst/>
          <a:gdLst/>
          <a:ahLst/>
          <a:cxnLst/>
          <a:rect l="0" t="0" r="0" b="0"/>
          <a:pathLst>
            <a:path>
              <a:moveTo>
                <a:pt x="1156031" y="0"/>
              </a:moveTo>
              <a:lnTo>
                <a:pt x="1156031" y="425772"/>
              </a:lnTo>
              <a:lnTo>
                <a:pt x="0" y="425772"/>
              </a:lnTo>
              <a:lnTo>
                <a:pt x="0" y="60381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68DF0-4D71-4A8D-9A7C-4A41D061E383}">
      <dsp:nvSpPr>
        <dsp:cNvPr id="0" name=""/>
        <dsp:cNvSpPr/>
      </dsp:nvSpPr>
      <dsp:spPr>
        <a:xfrm>
          <a:off x="964212" y="3245182"/>
          <a:ext cx="3504956" cy="603810"/>
        </a:xfrm>
        <a:custGeom>
          <a:avLst/>
          <a:gdLst/>
          <a:ahLst/>
          <a:cxnLst/>
          <a:rect l="0" t="0" r="0" b="0"/>
          <a:pathLst>
            <a:path>
              <a:moveTo>
                <a:pt x="3504956" y="0"/>
              </a:moveTo>
              <a:lnTo>
                <a:pt x="3504956" y="425772"/>
              </a:lnTo>
              <a:lnTo>
                <a:pt x="0" y="425772"/>
              </a:lnTo>
              <a:lnTo>
                <a:pt x="0" y="603810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80D91-52C8-4F06-A961-91992CDF0AAF}">
      <dsp:nvSpPr>
        <dsp:cNvPr id="0" name=""/>
        <dsp:cNvSpPr/>
      </dsp:nvSpPr>
      <dsp:spPr>
        <a:xfrm>
          <a:off x="4469169" y="1510745"/>
          <a:ext cx="1192892" cy="514064"/>
        </a:xfrm>
        <a:custGeom>
          <a:avLst/>
          <a:gdLst/>
          <a:ahLst/>
          <a:cxnLst/>
          <a:rect l="0" t="0" r="0" b="0"/>
          <a:pathLst>
            <a:path>
              <a:moveTo>
                <a:pt x="1192892" y="0"/>
              </a:moveTo>
              <a:lnTo>
                <a:pt x="1192892" y="336026"/>
              </a:lnTo>
              <a:lnTo>
                <a:pt x="0" y="336026"/>
              </a:lnTo>
              <a:lnTo>
                <a:pt x="0" y="51406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42F23-0971-40DB-8C1E-B4BB7C40785E}">
      <dsp:nvSpPr>
        <dsp:cNvPr id="0" name=""/>
        <dsp:cNvSpPr/>
      </dsp:nvSpPr>
      <dsp:spPr>
        <a:xfrm>
          <a:off x="2138675" y="1510745"/>
          <a:ext cx="3523386" cy="558937"/>
        </a:xfrm>
        <a:custGeom>
          <a:avLst/>
          <a:gdLst/>
          <a:ahLst/>
          <a:cxnLst/>
          <a:rect l="0" t="0" r="0" b="0"/>
          <a:pathLst>
            <a:path>
              <a:moveTo>
                <a:pt x="3523386" y="0"/>
              </a:moveTo>
              <a:lnTo>
                <a:pt x="3523386" y="380899"/>
              </a:lnTo>
              <a:lnTo>
                <a:pt x="0" y="380899"/>
              </a:lnTo>
              <a:lnTo>
                <a:pt x="0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DD42B-D258-4D01-98A9-710AD9174C66}">
      <dsp:nvSpPr>
        <dsp:cNvPr id="0" name=""/>
        <dsp:cNvSpPr/>
      </dsp:nvSpPr>
      <dsp:spPr>
        <a:xfrm>
          <a:off x="4701138" y="290372"/>
          <a:ext cx="1921847" cy="12203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2000-1BBB-43A8-886A-1EE76EABEEC6}">
      <dsp:nvSpPr>
        <dsp:cNvPr id="0" name=""/>
        <dsp:cNvSpPr/>
      </dsp:nvSpPr>
      <dsp:spPr>
        <a:xfrm>
          <a:off x="4914676" y="493233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Attack types</a:t>
          </a:r>
        </a:p>
      </dsp:txBody>
      <dsp:txXfrm>
        <a:off x="4950420" y="528977"/>
        <a:ext cx="1850359" cy="1148885"/>
      </dsp:txXfrm>
    </dsp:sp>
    <dsp:sp modelId="{290C1ADE-53F4-4C0E-9015-1DB442FE84B9}">
      <dsp:nvSpPr>
        <dsp:cNvPr id="0" name=""/>
        <dsp:cNvSpPr/>
      </dsp:nvSpPr>
      <dsp:spPr>
        <a:xfrm>
          <a:off x="1177751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2735-19F6-40BB-BE22-79C1DF463D80}">
      <dsp:nvSpPr>
        <dsp:cNvPr id="0" name=""/>
        <dsp:cNvSpPr/>
      </dsp:nvSpPr>
      <dsp:spPr>
        <a:xfrm>
          <a:off x="1391289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Social engineering attacks</a:t>
          </a:r>
        </a:p>
      </dsp:txBody>
      <dsp:txXfrm>
        <a:off x="1427033" y="2308288"/>
        <a:ext cx="1850359" cy="1148885"/>
      </dsp:txXfrm>
    </dsp:sp>
    <dsp:sp modelId="{2606BDD1-4BE5-4F1B-879F-77BE5DDCB04C}">
      <dsp:nvSpPr>
        <dsp:cNvPr id="0" name=""/>
        <dsp:cNvSpPr/>
      </dsp:nvSpPr>
      <dsp:spPr>
        <a:xfrm>
          <a:off x="3508245" y="2024809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CB95-EAE9-483A-8A91-E58BB45C46B2}">
      <dsp:nvSpPr>
        <dsp:cNvPr id="0" name=""/>
        <dsp:cNvSpPr/>
      </dsp:nvSpPr>
      <dsp:spPr>
        <a:xfrm>
          <a:off x="3721783" y="2227671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Attacks against the application’s software</a:t>
          </a:r>
          <a:endParaRPr lang="en-US" sz="2100" kern="1200" dirty="0"/>
        </a:p>
      </dsp:txBody>
      <dsp:txXfrm>
        <a:off x="3757527" y="2263415"/>
        <a:ext cx="1850359" cy="1148885"/>
      </dsp:txXfrm>
    </dsp:sp>
    <dsp:sp modelId="{72174143-9724-498D-A210-BB8C5EA1F0B3}">
      <dsp:nvSpPr>
        <dsp:cNvPr id="0" name=""/>
        <dsp:cNvSpPr/>
      </dsp:nvSpPr>
      <dsp:spPr>
        <a:xfrm>
          <a:off x="3289" y="3848992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9E1C3-7C56-40F0-A1A8-3DED4DFB505A}">
      <dsp:nvSpPr>
        <dsp:cNvPr id="0" name=""/>
        <dsp:cNvSpPr/>
      </dsp:nvSpPr>
      <dsp:spPr>
        <a:xfrm>
          <a:off x="216827" y="405185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i="1" kern="1200" dirty="0"/>
            <a:t>Buffer overflow</a:t>
          </a:r>
          <a:endParaRPr lang="en-US" sz="2100" kern="1200" dirty="0"/>
        </a:p>
      </dsp:txBody>
      <dsp:txXfrm>
        <a:off x="252571" y="4087598"/>
        <a:ext cx="1850359" cy="1148885"/>
      </dsp:txXfrm>
    </dsp:sp>
    <dsp:sp modelId="{BF5B0A5C-54F3-42E9-A399-645C04A8A59D}">
      <dsp:nvSpPr>
        <dsp:cNvPr id="0" name=""/>
        <dsp:cNvSpPr/>
      </dsp:nvSpPr>
      <dsp:spPr>
        <a:xfrm>
          <a:off x="2352213" y="3848992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3CD0C-452D-4570-812C-4C4DAF13F9B6}">
      <dsp:nvSpPr>
        <dsp:cNvPr id="0" name=""/>
        <dsp:cNvSpPr/>
      </dsp:nvSpPr>
      <dsp:spPr>
        <a:xfrm>
          <a:off x="2565752" y="405185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i="1" kern="1200"/>
            <a:t>SQL code injection</a:t>
          </a:r>
          <a:endParaRPr lang="en-US" altLang="en-US" sz="2100" b="1" i="1" kern="1200" dirty="0"/>
        </a:p>
      </dsp:txBody>
      <dsp:txXfrm>
        <a:off x="2601496" y="4087598"/>
        <a:ext cx="1850359" cy="1148885"/>
      </dsp:txXfrm>
    </dsp:sp>
    <dsp:sp modelId="{B088C4B1-AC5A-438A-A1AC-A0D0BB2C8BD0}">
      <dsp:nvSpPr>
        <dsp:cNvPr id="0" name=""/>
        <dsp:cNvSpPr/>
      </dsp:nvSpPr>
      <dsp:spPr>
        <a:xfrm>
          <a:off x="4701138" y="3848992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F8281-E028-4976-886B-4084A8683184}">
      <dsp:nvSpPr>
        <dsp:cNvPr id="0" name=""/>
        <dsp:cNvSpPr/>
      </dsp:nvSpPr>
      <dsp:spPr>
        <a:xfrm>
          <a:off x="4914676" y="405185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i="1" kern="1200" dirty="0"/>
            <a:t>Back door</a:t>
          </a:r>
          <a:endParaRPr lang="en-US" altLang="en-US" sz="2100" b="1" kern="1200" dirty="0"/>
        </a:p>
      </dsp:txBody>
      <dsp:txXfrm>
        <a:off x="4950420" y="4087598"/>
        <a:ext cx="1850359" cy="1148885"/>
      </dsp:txXfrm>
    </dsp:sp>
    <dsp:sp modelId="{57E0DF77-EF52-44B7-8338-4D6246AF9EDC}">
      <dsp:nvSpPr>
        <dsp:cNvPr id="0" name=""/>
        <dsp:cNvSpPr/>
      </dsp:nvSpPr>
      <dsp:spPr>
        <a:xfrm>
          <a:off x="6958813" y="3854484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FDA38-ABC5-4885-A87E-13AE37AFCEBD}">
      <dsp:nvSpPr>
        <dsp:cNvPr id="0" name=""/>
        <dsp:cNvSpPr/>
      </dsp:nvSpPr>
      <dsp:spPr>
        <a:xfrm>
          <a:off x="7172351" y="4057346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kern="1200" dirty="0"/>
            <a:t>XSS</a:t>
          </a:r>
        </a:p>
      </dsp:txBody>
      <dsp:txXfrm>
        <a:off x="7208095" y="4093090"/>
        <a:ext cx="1850359" cy="1148885"/>
      </dsp:txXfrm>
    </dsp:sp>
    <dsp:sp modelId="{494825BA-59F1-4A83-BDF7-AFA8C6AADC84}">
      <dsp:nvSpPr>
        <dsp:cNvPr id="0" name=""/>
        <dsp:cNvSpPr/>
      </dsp:nvSpPr>
      <dsp:spPr>
        <a:xfrm>
          <a:off x="5875600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7ED0A-5737-4516-BF9A-72326BCC0FC3}">
      <dsp:nvSpPr>
        <dsp:cNvPr id="0" name=""/>
        <dsp:cNvSpPr/>
      </dsp:nvSpPr>
      <dsp:spPr>
        <a:xfrm>
          <a:off x="6089139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Attacks against the supporting infrastructure</a:t>
          </a:r>
          <a:endParaRPr lang="en-US" sz="2100" kern="1200" dirty="0"/>
        </a:p>
      </dsp:txBody>
      <dsp:txXfrm>
        <a:off x="6124883" y="2308288"/>
        <a:ext cx="1850359" cy="1148885"/>
      </dsp:txXfrm>
    </dsp:sp>
    <dsp:sp modelId="{594618C3-A4F7-457F-AA51-4F449D78C4E7}">
      <dsp:nvSpPr>
        <dsp:cNvPr id="0" name=""/>
        <dsp:cNvSpPr/>
      </dsp:nvSpPr>
      <dsp:spPr>
        <a:xfrm>
          <a:off x="8224524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F8915-2C90-45C5-B7FB-13258D79A4DF}">
      <dsp:nvSpPr>
        <dsp:cNvPr id="0" name=""/>
        <dsp:cNvSpPr/>
      </dsp:nvSpPr>
      <dsp:spPr>
        <a:xfrm>
          <a:off x="8438063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Physical attacks</a:t>
          </a:r>
        </a:p>
      </dsp:txBody>
      <dsp:txXfrm>
        <a:off x="8473807" y="2308288"/>
        <a:ext cx="1850359" cy="11488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7F8A2-1062-4AA5-8797-57DC9BF74858}">
      <dsp:nvSpPr>
        <dsp:cNvPr id="0" name=""/>
        <dsp:cNvSpPr/>
      </dsp:nvSpPr>
      <dsp:spPr>
        <a:xfrm>
          <a:off x="4030920" y="1640209"/>
          <a:ext cx="3164368" cy="501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087"/>
              </a:lnTo>
              <a:lnTo>
                <a:pt x="3164368" y="342087"/>
              </a:lnTo>
              <a:lnTo>
                <a:pt x="3164368" y="501983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38BB9-CB83-4EE3-9E7C-9CF07F981E74}">
      <dsp:nvSpPr>
        <dsp:cNvPr id="0" name=""/>
        <dsp:cNvSpPr/>
      </dsp:nvSpPr>
      <dsp:spPr>
        <a:xfrm>
          <a:off x="5085710" y="3238215"/>
          <a:ext cx="4219158" cy="501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087"/>
              </a:lnTo>
              <a:lnTo>
                <a:pt x="4219158" y="342087"/>
              </a:lnTo>
              <a:lnTo>
                <a:pt x="4219158" y="50198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D3B21-DE38-44D6-BE9C-AE063F00A4F8}">
      <dsp:nvSpPr>
        <dsp:cNvPr id="0" name=""/>
        <dsp:cNvSpPr/>
      </dsp:nvSpPr>
      <dsp:spPr>
        <a:xfrm>
          <a:off x="5085710" y="3238215"/>
          <a:ext cx="2109579" cy="501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087"/>
              </a:lnTo>
              <a:lnTo>
                <a:pt x="2109579" y="342087"/>
              </a:lnTo>
              <a:lnTo>
                <a:pt x="2109579" y="50198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BF7A1F-ACD1-4156-8D44-15EB2782DDA7}">
      <dsp:nvSpPr>
        <dsp:cNvPr id="0" name=""/>
        <dsp:cNvSpPr/>
      </dsp:nvSpPr>
      <dsp:spPr>
        <a:xfrm>
          <a:off x="5039990" y="3238215"/>
          <a:ext cx="91440" cy="50198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198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5B1F9B-DB65-44B2-A39A-1E12C4068799}">
      <dsp:nvSpPr>
        <dsp:cNvPr id="0" name=""/>
        <dsp:cNvSpPr/>
      </dsp:nvSpPr>
      <dsp:spPr>
        <a:xfrm>
          <a:off x="2976130" y="3238215"/>
          <a:ext cx="2109579" cy="501983"/>
        </a:xfrm>
        <a:custGeom>
          <a:avLst/>
          <a:gdLst/>
          <a:ahLst/>
          <a:cxnLst/>
          <a:rect l="0" t="0" r="0" b="0"/>
          <a:pathLst>
            <a:path>
              <a:moveTo>
                <a:pt x="2109579" y="0"/>
              </a:moveTo>
              <a:lnTo>
                <a:pt x="2109579" y="342087"/>
              </a:lnTo>
              <a:lnTo>
                <a:pt x="0" y="342087"/>
              </a:lnTo>
              <a:lnTo>
                <a:pt x="0" y="50198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A402-9C40-46C5-BAE6-C661BC374EAA}">
      <dsp:nvSpPr>
        <dsp:cNvPr id="0" name=""/>
        <dsp:cNvSpPr/>
      </dsp:nvSpPr>
      <dsp:spPr>
        <a:xfrm>
          <a:off x="866551" y="3238215"/>
          <a:ext cx="4219158" cy="501983"/>
        </a:xfrm>
        <a:custGeom>
          <a:avLst/>
          <a:gdLst/>
          <a:ahLst/>
          <a:cxnLst/>
          <a:rect l="0" t="0" r="0" b="0"/>
          <a:pathLst>
            <a:path>
              <a:moveTo>
                <a:pt x="4219158" y="0"/>
              </a:moveTo>
              <a:lnTo>
                <a:pt x="4219158" y="342087"/>
              </a:lnTo>
              <a:lnTo>
                <a:pt x="0" y="342087"/>
              </a:lnTo>
              <a:lnTo>
                <a:pt x="0" y="501983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80FB1-B5CF-4A1D-B936-E2B51F41D0F0}">
      <dsp:nvSpPr>
        <dsp:cNvPr id="0" name=""/>
        <dsp:cNvSpPr/>
      </dsp:nvSpPr>
      <dsp:spPr>
        <a:xfrm>
          <a:off x="4030920" y="1640209"/>
          <a:ext cx="1054789" cy="501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087"/>
              </a:lnTo>
              <a:lnTo>
                <a:pt x="1054789" y="342087"/>
              </a:lnTo>
              <a:lnTo>
                <a:pt x="1054789" y="501983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80D91-52C8-4F06-A961-91992CDF0AAF}">
      <dsp:nvSpPr>
        <dsp:cNvPr id="0" name=""/>
        <dsp:cNvSpPr/>
      </dsp:nvSpPr>
      <dsp:spPr>
        <a:xfrm>
          <a:off x="2959578" y="1640209"/>
          <a:ext cx="1071342" cy="461683"/>
        </a:xfrm>
        <a:custGeom>
          <a:avLst/>
          <a:gdLst/>
          <a:ahLst/>
          <a:cxnLst/>
          <a:rect l="0" t="0" r="0" b="0"/>
          <a:pathLst>
            <a:path>
              <a:moveTo>
                <a:pt x="1071342" y="0"/>
              </a:moveTo>
              <a:lnTo>
                <a:pt x="1071342" y="301786"/>
              </a:lnTo>
              <a:lnTo>
                <a:pt x="0" y="301786"/>
              </a:lnTo>
              <a:lnTo>
                <a:pt x="0" y="461683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42F23-0971-40DB-8C1E-B4BB7C40785E}">
      <dsp:nvSpPr>
        <dsp:cNvPr id="0" name=""/>
        <dsp:cNvSpPr/>
      </dsp:nvSpPr>
      <dsp:spPr>
        <a:xfrm>
          <a:off x="866551" y="1640209"/>
          <a:ext cx="3164368" cy="501983"/>
        </a:xfrm>
        <a:custGeom>
          <a:avLst/>
          <a:gdLst/>
          <a:ahLst/>
          <a:cxnLst/>
          <a:rect l="0" t="0" r="0" b="0"/>
          <a:pathLst>
            <a:path>
              <a:moveTo>
                <a:pt x="3164368" y="0"/>
              </a:moveTo>
              <a:lnTo>
                <a:pt x="3164368" y="342087"/>
              </a:lnTo>
              <a:lnTo>
                <a:pt x="0" y="342087"/>
              </a:lnTo>
              <a:lnTo>
                <a:pt x="0" y="501983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DD42B-D258-4D01-98A9-710AD9174C66}">
      <dsp:nvSpPr>
        <dsp:cNvPr id="0" name=""/>
        <dsp:cNvSpPr/>
      </dsp:nvSpPr>
      <dsp:spPr>
        <a:xfrm>
          <a:off x="3167910" y="544187"/>
          <a:ext cx="1726019" cy="109602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2000-1BBB-43A8-886A-1EE76EABEEC6}">
      <dsp:nvSpPr>
        <dsp:cNvPr id="0" name=""/>
        <dsp:cNvSpPr/>
      </dsp:nvSpPr>
      <dsp:spPr>
        <a:xfrm>
          <a:off x="3359690" y="726378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Attack types</a:t>
          </a:r>
        </a:p>
      </dsp:txBody>
      <dsp:txXfrm>
        <a:off x="3391791" y="758479"/>
        <a:ext cx="1661817" cy="1031820"/>
      </dsp:txXfrm>
    </dsp:sp>
    <dsp:sp modelId="{290C1ADE-53F4-4C0E-9015-1DB442FE84B9}">
      <dsp:nvSpPr>
        <dsp:cNvPr id="0" name=""/>
        <dsp:cNvSpPr/>
      </dsp:nvSpPr>
      <dsp:spPr>
        <a:xfrm>
          <a:off x="3542" y="2142193"/>
          <a:ext cx="1726019" cy="10960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2735-19F6-40BB-BE22-79C1DF463D80}">
      <dsp:nvSpPr>
        <dsp:cNvPr id="0" name=""/>
        <dsp:cNvSpPr/>
      </dsp:nvSpPr>
      <dsp:spPr>
        <a:xfrm>
          <a:off x="195322" y="2324384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Social engineering attacks</a:t>
          </a:r>
        </a:p>
      </dsp:txBody>
      <dsp:txXfrm>
        <a:off x="227423" y="2356485"/>
        <a:ext cx="1661817" cy="1031820"/>
      </dsp:txXfrm>
    </dsp:sp>
    <dsp:sp modelId="{2606BDD1-4BE5-4F1B-879F-77BE5DDCB04C}">
      <dsp:nvSpPr>
        <dsp:cNvPr id="0" name=""/>
        <dsp:cNvSpPr/>
      </dsp:nvSpPr>
      <dsp:spPr>
        <a:xfrm>
          <a:off x="2096568" y="2101892"/>
          <a:ext cx="1726019" cy="10960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CB95-EAE9-483A-8A91-E58BB45C46B2}">
      <dsp:nvSpPr>
        <dsp:cNvPr id="0" name=""/>
        <dsp:cNvSpPr/>
      </dsp:nvSpPr>
      <dsp:spPr>
        <a:xfrm>
          <a:off x="2288348" y="2284083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Attacks against the application’s software</a:t>
          </a:r>
          <a:endParaRPr lang="en-US" sz="1900" kern="1200" dirty="0"/>
        </a:p>
      </dsp:txBody>
      <dsp:txXfrm>
        <a:off x="2320449" y="2316184"/>
        <a:ext cx="1661817" cy="1031820"/>
      </dsp:txXfrm>
    </dsp:sp>
    <dsp:sp modelId="{494825BA-59F1-4A83-BDF7-AFA8C6AADC84}">
      <dsp:nvSpPr>
        <dsp:cNvPr id="0" name=""/>
        <dsp:cNvSpPr/>
      </dsp:nvSpPr>
      <dsp:spPr>
        <a:xfrm>
          <a:off x="4222700" y="2142193"/>
          <a:ext cx="1726019" cy="10960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7ED0A-5737-4516-BF9A-72326BCC0FC3}">
      <dsp:nvSpPr>
        <dsp:cNvPr id="0" name=""/>
        <dsp:cNvSpPr/>
      </dsp:nvSpPr>
      <dsp:spPr>
        <a:xfrm>
          <a:off x="4414480" y="2324384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Attacks against the supporting infrastructure</a:t>
          </a:r>
          <a:endParaRPr lang="en-US" sz="1900" kern="1200" dirty="0"/>
        </a:p>
      </dsp:txBody>
      <dsp:txXfrm>
        <a:off x="4446581" y="2356485"/>
        <a:ext cx="1661817" cy="1031820"/>
      </dsp:txXfrm>
    </dsp:sp>
    <dsp:sp modelId="{05E869B9-1CB9-4745-8EFE-107106BFAB4A}">
      <dsp:nvSpPr>
        <dsp:cNvPr id="0" name=""/>
        <dsp:cNvSpPr/>
      </dsp:nvSpPr>
      <dsp:spPr>
        <a:xfrm>
          <a:off x="3542" y="3740199"/>
          <a:ext cx="1726019" cy="10960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D3351-C39A-408D-A097-F03FD90852BA}">
      <dsp:nvSpPr>
        <dsp:cNvPr id="0" name=""/>
        <dsp:cNvSpPr/>
      </dsp:nvSpPr>
      <dsp:spPr>
        <a:xfrm>
          <a:off x="195322" y="3922390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DOS/DDOS</a:t>
          </a:r>
        </a:p>
      </dsp:txBody>
      <dsp:txXfrm>
        <a:off x="227423" y="3954491"/>
        <a:ext cx="1661817" cy="1031820"/>
      </dsp:txXfrm>
    </dsp:sp>
    <dsp:sp modelId="{68CE6EFC-F00C-4825-A5F0-8455B42818F9}">
      <dsp:nvSpPr>
        <dsp:cNvPr id="0" name=""/>
        <dsp:cNvSpPr/>
      </dsp:nvSpPr>
      <dsp:spPr>
        <a:xfrm>
          <a:off x="2113121" y="3740199"/>
          <a:ext cx="1726019" cy="10960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3F4E4-BF16-4269-A3EB-87AF5A8443B2}">
      <dsp:nvSpPr>
        <dsp:cNvPr id="0" name=""/>
        <dsp:cNvSpPr/>
      </dsp:nvSpPr>
      <dsp:spPr>
        <a:xfrm>
          <a:off x="2304901" y="3922390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i="1" kern="1200"/>
            <a:t>logic bombs</a:t>
          </a:r>
          <a:endParaRPr lang="en-US" sz="1900" b="1" kern="1200" dirty="0"/>
        </a:p>
      </dsp:txBody>
      <dsp:txXfrm>
        <a:off x="2337002" y="3954491"/>
        <a:ext cx="1661817" cy="1031820"/>
      </dsp:txXfrm>
    </dsp:sp>
    <dsp:sp modelId="{516E0091-EB9A-40A3-A824-F30A3E3B4621}">
      <dsp:nvSpPr>
        <dsp:cNvPr id="0" name=""/>
        <dsp:cNvSpPr/>
      </dsp:nvSpPr>
      <dsp:spPr>
        <a:xfrm>
          <a:off x="4222700" y="3740199"/>
          <a:ext cx="1726019" cy="10960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58284-EBAC-4C1B-BEC1-321EA5E2A8D9}">
      <dsp:nvSpPr>
        <dsp:cNvPr id="0" name=""/>
        <dsp:cNvSpPr/>
      </dsp:nvSpPr>
      <dsp:spPr>
        <a:xfrm>
          <a:off x="4414480" y="3922390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i="1" kern="1200"/>
            <a:t>Virus</a:t>
          </a:r>
          <a:endParaRPr lang="en-US" sz="1900" kern="1200" dirty="0"/>
        </a:p>
      </dsp:txBody>
      <dsp:txXfrm>
        <a:off x="4446581" y="3954491"/>
        <a:ext cx="1661817" cy="1031820"/>
      </dsp:txXfrm>
    </dsp:sp>
    <dsp:sp modelId="{7402711B-A9CF-42AB-A82A-9CC123AE57C9}">
      <dsp:nvSpPr>
        <dsp:cNvPr id="0" name=""/>
        <dsp:cNvSpPr/>
      </dsp:nvSpPr>
      <dsp:spPr>
        <a:xfrm>
          <a:off x="6332279" y="3740199"/>
          <a:ext cx="1726019" cy="10960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AE2B1-B9DC-437F-95E5-98F559B5BDE9}">
      <dsp:nvSpPr>
        <dsp:cNvPr id="0" name=""/>
        <dsp:cNvSpPr/>
      </dsp:nvSpPr>
      <dsp:spPr>
        <a:xfrm>
          <a:off x="6524059" y="3922390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i="1" kern="1200"/>
            <a:t>Worm</a:t>
          </a:r>
          <a:endParaRPr lang="en-US" altLang="en-US" sz="1900" b="1" i="1" kern="1200" dirty="0"/>
        </a:p>
      </dsp:txBody>
      <dsp:txXfrm>
        <a:off x="6556160" y="3954491"/>
        <a:ext cx="1661817" cy="1031820"/>
      </dsp:txXfrm>
    </dsp:sp>
    <dsp:sp modelId="{BEED0082-F006-4E3F-87F8-3A927170580F}">
      <dsp:nvSpPr>
        <dsp:cNvPr id="0" name=""/>
        <dsp:cNvSpPr/>
      </dsp:nvSpPr>
      <dsp:spPr>
        <a:xfrm>
          <a:off x="8441858" y="3740199"/>
          <a:ext cx="1726019" cy="10960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37914-2F67-44C3-B0F9-363297390C65}">
      <dsp:nvSpPr>
        <dsp:cNvPr id="0" name=""/>
        <dsp:cNvSpPr/>
      </dsp:nvSpPr>
      <dsp:spPr>
        <a:xfrm>
          <a:off x="8633638" y="3922390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i="1" kern="1200"/>
            <a:t>Trojans</a:t>
          </a:r>
          <a:endParaRPr lang="en-US" sz="1900" kern="1200"/>
        </a:p>
      </dsp:txBody>
      <dsp:txXfrm>
        <a:off x="8665739" y="3954491"/>
        <a:ext cx="1661817" cy="1031820"/>
      </dsp:txXfrm>
    </dsp:sp>
    <dsp:sp modelId="{594618C3-A4F7-457F-AA51-4F449D78C4E7}">
      <dsp:nvSpPr>
        <dsp:cNvPr id="0" name=""/>
        <dsp:cNvSpPr/>
      </dsp:nvSpPr>
      <dsp:spPr>
        <a:xfrm>
          <a:off x="6332279" y="2142193"/>
          <a:ext cx="1726019" cy="109602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F8915-2C90-45C5-B7FB-13258D79A4DF}">
      <dsp:nvSpPr>
        <dsp:cNvPr id="0" name=""/>
        <dsp:cNvSpPr/>
      </dsp:nvSpPr>
      <dsp:spPr>
        <a:xfrm>
          <a:off x="6524059" y="2324384"/>
          <a:ext cx="1726019" cy="1096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Physical attacks</a:t>
          </a:r>
        </a:p>
      </dsp:txBody>
      <dsp:txXfrm>
        <a:off x="6556160" y="2356485"/>
        <a:ext cx="1661817" cy="1031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C6758-05FE-4C7C-814B-B59DD70F51E3}">
      <dsp:nvSpPr>
        <dsp:cNvPr id="0" name=""/>
        <dsp:cNvSpPr/>
      </dsp:nvSpPr>
      <dsp:spPr>
        <a:xfrm>
          <a:off x="8010986" y="3290055"/>
          <a:ext cx="1174462" cy="558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99"/>
              </a:lnTo>
              <a:lnTo>
                <a:pt x="1174462" y="380899"/>
              </a:lnTo>
              <a:lnTo>
                <a:pt x="1174462" y="558937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DAE5A1-DDE6-4A68-A25B-EC35D1F5D0E4}">
      <dsp:nvSpPr>
        <dsp:cNvPr id="0" name=""/>
        <dsp:cNvSpPr/>
      </dsp:nvSpPr>
      <dsp:spPr>
        <a:xfrm>
          <a:off x="6843385" y="3290055"/>
          <a:ext cx="1167601" cy="545684"/>
        </a:xfrm>
        <a:custGeom>
          <a:avLst/>
          <a:gdLst/>
          <a:ahLst/>
          <a:cxnLst/>
          <a:rect l="0" t="0" r="0" b="0"/>
          <a:pathLst>
            <a:path>
              <a:moveTo>
                <a:pt x="1167601" y="0"/>
              </a:moveTo>
              <a:lnTo>
                <a:pt x="1167601" y="367646"/>
              </a:lnTo>
              <a:lnTo>
                <a:pt x="0" y="367646"/>
              </a:lnTo>
              <a:lnTo>
                <a:pt x="0" y="545684"/>
              </a:lnTo>
            </a:path>
          </a:pathLst>
        </a:cu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7F8A2-1062-4AA5-8797-57DC9BF74858}">
      <dsp:nvSpPr>
        <dsp:cNvPr id="0" name=""/>
        <dsp:cNvSpPr/>
      </dsp:nvSpPr>
      <dsp:spPr>
        <a:xfrm>
          <a:off x="4487599" y="1510745"/>
          <a:ext cx="3523386" cy="558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99"/>
              </a:lnTo>
              <a:lnTo>
                <a:pt x="3523386" y="380899"/>
              </a:lnTo>
              <a:lnTo>
                <a:pt x="3523386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E80FB1-B5CF-4A1D-B936-E2B51F41D0F0}">
      <dsp:nvSpPr>
        <dsp:cNvPr id="0" name=""/>
        <dsp:cNvSpPr/>
      </dsp:nvSpPr>
      <dsp:spPr>
        <a:xfrm>
          <a:off x="4487599" y="1510745"/>
          <a:ext cx="1174462" cy="558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899"/>
              </a:lnTo>
              <a:lnTo>
                <a:pt x="1174462" y="380899"/>
              </a:lnTo>
              <a:lnTo>
                <a:pt x="1174462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580D91-52C8-4F06-A961-91992CDF0AAF}">
      <dsp:nvSpPr>
        <dsp:cNvPr id="0" name=""/>
        <dsp:cNvSpPr/>
      </dsp:nvSpPr>
      <dsp:spPr>
        <a:xfrm>
          <a:off x="3294706" y="1510745"/>
          <a:ext cx="1192892" cy="514064"/>
        </a:xfrm>
        <a:custGeom>
          <a:avLst/>
          <a:gdLst/>
          <a:ahLst/>
          <a:cxnLst/>
          <a:rect l="0" t="0" r="0" b="0"/>
          <a:pathLst>
            <a:path>
              <a:moveTo>
                <a:pt x="1192892" y="0"/>
              </a:moveTo>
              <a:lnTo>
                <a:pt x="1192892" y="336026"/>
              </a:lnTo>
              <a:lnTo>
                <a:pt x="0" y="336026"/>
              </a:lnTo>
              <a:lnTo>
                <a:pt x="0" y="51406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42F23-0971-40DB-8C1E-B4BB7C40785E}">
      <dsp:nvSpPr>
        <dsp:cNvPr id="0" name=""/>
        <dsp:cNvSpPr/>
      </dsp:nvSpPr>
      <dsp:spPr>
        <a:xfrm>
          <a:off x="964212" y="1510745"/>
          <a:ext cx="3523386" cy="558937"/>
        </a:xfrm>
        <a:custGeom>
          <a:avLst/>
          <a:gdLst/>
          <a:ahLst/>
          <a:cxnLst/>
          <a:rect l="0" t="0" r="0" b="0"/>
          <a:pathLst>
            <a:path>
              <a:moveTo>
                <a:pt x="3523386" y="0"/>
              </a:moveTo>
              <a:lnTo>
                <a:pt x="3523386" y="380899"/>
              </a:lnTo>
              <a:lnTo>
                <a:pt x="0" y="380899"/>
              </a:lnTo>
              <a:lnTo>
                <a:pt x="0" y="5589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DD42B-D258-4D01-98A9-710AD9174C66}">
      <dsp:nvSpPr>
        <dsp:cNvPr id="0" name=""/>
        <dsp:cNvSpPr/>
      </dsp:nvSpPr>
      <dsp:spPr>
        <a:xfrm>
          <a:off x="3526675" y="290372"/>
          <a:ext cx="1921847" cy="12203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E2000-1BBB-43A8-886A-1EE76EABEEC6}">
      <dsp:nvSpPr>
        <dsp:cNvPr id="0" name=""/>
        <dsp:cNvSpPr/>
      </dsp:nvSpPr>
      <dsp:spPr>
        <a:xfrm>
          <a:off x="3740214" y="493233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Attack types</a:t>
          </a:r>
        </a:p>
      </dsp:txBody>
      <dsp:txXfrm>
        <a:off x="3775958" y="528977"/>
        <a:ext cx="1850359" cy="1148885"/>
      </dsp:txXfrm>
    </dsp:sp>
    <dsp:sp modelId="{290C1ADE-53F4-4C0E-9015-1DB442FE84B9}">
      <dsp:nvSpPr>
        <dsp:cNvPr id="0" name=""/>
        <dsp:cNvSpPr/>
      </dsp:nvSpPr>
      <dsp:spPr>
        <a:xfrm>
          <a:off x="3289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82735-19F6-40BB-BE22-79C1DF463D80}">
      <dsp:nvSpPr>
        <dsp:cNvPr id="0" name=""/>
        <dsp:cNvSpPr/>
      </dsp:nvSpPr>
      <dsp:spPr>
        <a:xfrm>
          <a:off x="216827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Social engineering attacks</a:t>
          </a:r>
        </a:p>
      </dsp:txBody>
      <dsp:txXfrm>
        <a:off x="252571" y="2308288"/>
        <a:ext cx="1850359" cy="1148885"/>
      </dsp:txXfrm>
    </dsp:sp>
    <dsp:sp modelId="{2606BDD1-4BE5-4F1B-879F-77BE5DDCB04C}">
      <dsp:nvSpPr>
        <dsp:cNvPr id="0" name=""/>
        <dsp:cNvSpPr/>
      </dsp:nvSpPr>
      <dsp:spPr>
        <a:xfrm>
          <a:off x="2333783" y="2024809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4CB95-EAE9-483A-8A91-E58BB45C46B2}">
      <dsp:nvSpPr>
        <dsp:cNvPr id="0" name=""/>
        <dsp:cNvSpPr/>
      </dsp:nvSpPr>
      <dsp:spPr>
        <a:xfrm>
          <a:off x="2547321" y="2227671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Attacks against the application’s software</a:t>
          </a:r>
          <a:endParaRPr lang="en-US" sz="2100" kern="1200" dirty="0"/>
        </a:p>
      </dsp:txBody>
      <dsp:txXfrm>
        <a:off x="2583065" y="2263415"/>
        <a:ext cx="1850359" cy="1148885"/>
      </dsp:txXfrm>
    </dsp:sp>
    <dsp:sp modelId="{494825BA-59F1-4A83-BDF7-AFA8C6AADC84}">
      <dsp:nvSpPr>
        <dsp:cNvPr id="0" name=""/>
        <dsp:cNvSpPr/>
      </dsp:nvSpPr>
      <dsp:spPr>
        <a:xfrm>
          <a:off x="4701138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7ED0A-5737-4516-BF9A-72326BCC0FC3}">
      <dsp:nvSpPr>
        <dsp:cNvPr id="0" name=""/>
        <dsp:cNvSpPr/>
      </dsp:nvSpPr>
      <dsp:spPr>
        <a:xfrm>
          <a:off x="4914676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Attacks against the supporting infrastructure</a:t>
          </a:r>
          <a:endParaRPr lang="en-US" sz="2100" kern="1200" dirty="0"/>
        </a:p>
      </dsp:txBody>
      <dsp:txXfrm>
        <a:off x="4950420" y="2308288"/>
        <a:ext cx="1850359" cy="1148885"/>
      </dsp:txXfrm>
    </dsp:sp>
    <dsp:sp modelId="{594618C3-A4F7-457F-AA51-4F449D78C4E7}">
      <dsp:nvSpPr>
        <dsp:cNvPr id="0" name=""/>
        <dsp:cNvSpPr/>
      </dsp:nvSpPr>
      <dsp:spPr>
        <a:xfrm>
          <a:off x="7050062" y="2069682"/>
          <a:ext cx="1921847" cy="12203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F8915-2C90-45C5-B7FB-13258D79A4DF}">
      <dsp:nvSpPr>
        <dsp:cNvPr id="0" name=""/>
        <dsp:cNvSpPr/>
      </dsp:nvSpPr>
      <dsp:spPr>
        <a:xfrm>
          <a:off x="7263601" y="227254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Physical attacks</a:t>
          </a:r>
        </a:p>
      </dsp:txBody>
      <dsp:txXfrm>
        <a:off x="7299345" y="2308288"/>
        <a:ext cx="1850359" cy="1148885"/>
      </dsp:txXfrm>
    </dsp:sp>
    <dsp:sp modelId="{2F9F47E3-B4FC-4B02-95FA-083B8C371E24}">
      <dsp:nvSpPr>
        <dsp:cNvPr id="0" name=""/>
        <dsp:cNvSpPr/>
      </dsp:nvSpPr>
      <dsp:spPr>
        <a:xfrm>
          <a:off x="5882461" y="3835739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C824D-CE89-4620-A43B-44C79C51380B}">
      <dsp:nvSpPr>
        <dsp:cNvPr id="0" name=""/>
        <dsp:cNvSpPr/>
      </dsp:nvSpPr>
      <dsp:spPr>
        <a:xfrm>
          <a:off x="6096000" y="4038601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kern="1200" dirty="0"/>
            <a:t>No security guys </a:t>
          </a:r>
        </a:p>
      </dsp:txBody>
      <dsp:txXfrm>
        <a:off x="6131744" y="4074345"/>
        <a:ext cx="1850359" cy="1148885"/>
      </dsp:txXfrm>
    </dsp:sp>
    <dsp:sp modelId="{09BDF794-E267-4111-AA2D-2895D59B2AF6}">
      <dsp:nvSpPr>
        <dsp:cNvPr id="0" name=""/>
        <dsp:cNvSpPr/>
      </dsp:nvSpPr>
      <dsp:spPr>
        <a:xfrm>
          <a:off x="8224524" y="3848992"/>
          <a:ext cx="1921847" cy="12203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1E158-AF45-4FE3-88A3-2B291C1FBB65}">
      <dsp:nvSpPr>
        <dsp:cNvPr id="0" name=""/>
        <dsp:cNvSpPr/>
      </dsp:nvSpPr>
      <dsp:spPr>
        <a:xfrm>
          <a:off x="8438063" y="4051854"/>
          <a:ext cx="1921847" cy="12203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b="1" kern="1200" dirty="0"/>
            <a:t>Open doors</a:t>
          </a:r>
        </a:p>
      </dsp:txBody>
      <dsp:txXfrm>
        <a:off x="8473807" y="4087598"/>
        <a:ext cx="1850359" cy="1148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CE1258-72ED-6284-F8B3-68933C49B6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8F442-2EB4-20BE-4A92-CA666E56F1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BA79C-EDAB-4C02-A033-84946D05397D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CC94F-7356-B525-673D-A5057E4A52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Prepared by Safaa Hriez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FC20A-9805-5673-5DD4-A81B973491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24989-526B-43BC-9682-2574C3772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581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EB2DA-F854-47D1-AF53-4EA3C3730F1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Prepared by Safaa Hriez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DC18A-E9E8-46BA-93F9-B1B4ED0FF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49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36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997EF48-F91F-4BF2-8CAD-553209ECCFEF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07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67F0-01F2-40FF-9495-A99832B6B3D3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1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A69C0-80EE-46CF-9968-7C62A83E6DE7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55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810A1-77BF-4927-912C-1F0EB22F354B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6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15A5-AAB5-4BC8-8DDC-1E7C9F4A19A0}" type="datetime1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3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D0B27-3F1D-4744-888A-673741E5422D}" type="datetime1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7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A988D-A31D-4E8A-8894-B7CF90C56DB6}" type="datetime1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45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F82-E04C-459E-B5B4-82F9E05B75FD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36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2081-EFB4-47D9-9FBE-85BC4CFC45AE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4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DD21-CC5E-40F8-9FD4-78B14CBEBBB6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6456-F6E1-4B18-9C34-9000DA1B9375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0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D775D-DE4C-4D6E-9DB0-BBA82CF32721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565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7FC46-FDF9-4D22-B894-978FBB4BF7AE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8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0922-CA6C-4B1A-A4F0-1941909FF102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967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207D5-97F0-4751-B7B7-185BD9BF2C75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107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5A37-4D17-4B01-AB92-F85DF2ACAD73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724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870D9-3245-46DA-A3FD-F55BA9B929DD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96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DF284B-B8C7-475C-B000-DF318000FEF3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Prepared by Safaa Hriez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760F65-A956-4CFD-8756-A2A4E2EB9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7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702B-58E3-2EF2-E2F3-25ADC7F53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Secure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70DE8-B68A-2A49-0234-F4E43E212B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61E1A-CC98-E3DD-8B71-3ECF2A2C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84472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C817-1EF5-7C40-8217-8446FA33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Lifecycle 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20DA-410F-16D7-321B-5186392F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10985D-09ED-D4F7-B3CA-57B59BFF5B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829923"/>
              </p:ext>
            </p:extLst>
          </p:nvPr>
        </p:nvGraphicFramePr>
        <p:xfrm>
          <a:off x="3735514" y="2556932"/>
          <a:ext cx="4903380" cy="361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98574-0F04-49C3-7FF2-5D4BAF20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19498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F61E-AB7C-B698-3A7B-6DF58D2A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Microsoft Security Development Lifecycle (Microsoft SDL)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B80EAB-C311-5F39-0AA4-8A4577F357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565679"/>
              </p:ext>
            </p:extLst>
          </p:nvPr>
        </p:nvGraphicFramePr>
        <p:xfrm>
          <a:off x="3332252" y="2456478"/>
          <a:ext cx="4903380" cy="3710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B12B-22B9-4A8F-F893-82F09FCD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09499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3656-EC2B-BDD0-4DF3-ABD39327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SDL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91F7D-88A7-D17A-2D2B-88B88C992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724853"/>
            <a:ext cx="9687672" cy="298309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0A4A-1B04-62B5-7D6D-AA4EEE81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0324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B19F-F344-5B28-9731-15938CDD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81" y="780114"/>
            <a:ext cx="9601196" cy="1303867"/>
          </a:xfrm>
        </p:spPr>
        <p:txBody>
          <a:bodyPr>
            <a:normAutofit/>
          </a:bodyPr>
          <a:lstStyle/>
          <a:p>
            <a:r>
              <a:rPr lang="en-US"/>
              <a:t>      SDLC                  Microsoft SDL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EFF815-5797-CB18-E0D2-E1B3A476B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869478"/>
              </p:ext>
            </p:extLst>
          </p:nvPr>
        </p:nvGraphicFramePr>
        <p:xfrm>
          <a:off x="838201" y="2562447"/>
          <a:ext cx="4903380" cy="3614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92122FA-DA8E-64DB-2ADA-31B733B86E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037489"/>
              </p:ext>
            </p:extLst>
          </p:nvPr>
        </p:nvGraphicFramePr>
        <p:xfrm>
          <a:off x="6096000" y="2466753"/>
          <a:ext cx="4903380" cy="3710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C24BE-BBBC-0A9A-F4F3-EE137040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3379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213FF7-EB57-68A0-8315-A693AD18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Phase#1 SDL: Security Training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22320-0564-4D6E-D22C-B863F572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Phase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98B1F-175D-883D-4855-6DA9EC0F2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48748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6155-9D2C-4EDE-DEC3-F736D507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Secure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93C2-E84E-7F21-D327-994D821A0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has become increasingly crucial to guard and protect your personal information because there’s a lot out there​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Hard drives and disk space, with their large capacities, are becoming vital components in our everyday life​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Each time you expose your personal information to software (Web sites or other programs), the risk of fraud and theft increases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4F01E-0B57-382F-3DBA-21682BBC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06539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E405-EED7-0780-C217-D578C2BF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You Need Secure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17F5-4C85-3ED5-ADDE-C37DD236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all this sensitive information stored?​ </a:t>
            </a:r>
          </a:p>
          <a:p>
            <a:pPr lvl="1"/>
            <a:r>
              <a:rPr lang="en-US" dirty="0"/>
              <a:t>Data mining and data warehousing became a huge trend in the late 90’s​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Companies analyze their businesses more closely, looking for patterns and statistics in customer behavior​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more data they have, the better analysis they can provide for future forecasting​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DC2A0-8227-52E4-4AB3-A3407CEE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12738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FE28-1C88-B5D4-42FA-2FD95022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Secure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7DCD3-D0F9-9BB4-4FDF-7D085A17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Improving business practices through advanced technologies is a goal for most companies​</a:t>
            </a:r>
          </a:p>
          <a:p>
            <a:pPr lvl="1"/>
            <a:r>
              <a:rPr lang="en-US" dirty="0"/>
              <a:t>Tomorrow’s gadgets and widgets are going to be more custom designed to your personal tastes and preferences​</a:t>
            </a:r>
          </a:p>
          <a:p>
            <a:pPr lvl="1"/>
            <a:r>
              <a:rPr lang="en-US" dirty="0"/>
              <a:t>Businesses also feel that if they do not leverage their resources appropriately and buy into the latest technologies, their competitors will, and, thus, they will lose market share and profits​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FBC85-F47D-A2CE-7A52-896595B6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68478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7C0A-0D71-CD0E-9D33-B1E68021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Secure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DC9F-D766-70F8-58C7-EF5A6682F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“Contact-less” payment systems​</a:t>
            </a:r>
          </a:p>
          <a:p>
            <a:endParaRPr lang="en-US" dirty="0"/>
          </a:p>
          <a:p>
            <a:pPr lvl="1"/>
            <a:r>
              <a:rPr lang="en-US" dirty="0"/>
              <a:t>These systems involve waving your payment device around a sensor rather than using the traditional card swipe and sign method​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new method of purchasing products requires just a wave of a small wand and “poof,” you now own whatever you want​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scary to think what kind of sensitive information can be exposed through wireless signals wherever you walk​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FFF79-ED82-5593-9DC7-11B0411A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039539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FCEF-7EEE-3226-C03C-ABA450C3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have to know first?!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3503-30FE-EAFB-4894-55942DC2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the Types of Attacks​</a:t>
            </a:r>
          </a:p>
          <a:p>
            <a:pPr lvl="1"/>
            <a:r>
              <a:rPr lang="en-US" sz="2400" dirty="0"/>
              <a:t>Social engineering attacks​</a:t>
            </a:r>
          </a:p>
          <a:p>
            <a:pPr lvl="1"/>
            <a:r>
              <a:rPr lang="en-US" sz="2400" dirty="0"/>
              <a:t>Attacks against the application’s software​</a:t>
            </a:r>
          </a:p>
          <a:p>
            <a:pPr lvl="1"/>
            <a:r>
              <a:rPr lang="en-US" sz="2400" dirty="0"/>
              <a:t>Attacks against the supporting infrastructure​</a:t>
            </a:r>
          </a:p>
          <a:p>
            <a:pPr lvl="1"/>
            <a:r>
              <a:rPr lang="en-US" sz="2400" dirty="0"/>
              <a:t>Physical attacks​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EEE14-FFE9-4DCC-7D79-BF4048CE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8854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6CDA829-50F6-88E7-0D60-42FB2EC32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41527"/>
              </p:ext>
            </p:extLst>
          </p:nvPr>
        </p:nvGraphicFramePr>
        <p:xfrm>
          <a:off x="914399" y="739738"/>
          <a:ext cx="10366625" cy="5470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FA9FF-A1A6-3439-AD4F-B956795B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1369353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D95EA4BE-8E10-717A-BF0B-F31B10DC9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11101"/>
              </p:ext>
            </p:extLst>
          </p:nvPr>
        </p:nvGraphicFramePr>
        <p:xfrm>
          <a:off x="914400" y="571500"/>
          <a:ext cx="103632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85BF2-A27C-A3D6-9A2C-9B6A72DC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45748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D8D360A7-F104-FE5D-2934-5F6CF00CC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2897"/>
              </p:ext>
            </p:extLst>
          </p:nvPr>
        </p:nvGraphicFramePr>
        <p:xfrm>
          <a:off x="914400" y="647700"/>
          <a:ext cx="103632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DA30B-2E3D-3846-6C50-0AA1482B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443658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7B66334-655C-76C1-17FD-9740C9465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24345"/>
              </p:ext>
            </p:extLst>
          </p:nvPr>
        </p:nvGraphicFramePr>
        <p:xfrm>
          <a:off x="914400" y="647700"/>
          <a:ext cx="103632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B94B5-2117-305F-5E2C-9BB5F898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266229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56AE0EDA-C663-A0D4-257E-3E1D1E4AD92A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647700"/>
          <a:ext cx="103632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619105-70E4-7ED4-8221-5A5CEAD4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767293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78CEED-B397-B2FE-01DA-8A8BD6A7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prepare yourself and your code from attacks at all angels, you need to know how to include quality and security at every level of your job.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1079B7-5F79-AB77-894B-BA1F49139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Apply Quality and Security at Every Level​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BB11BE-D579-7C15-81D2-0818BEF6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436827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FC0F-2C4C-1334-21E3-DB8B9F1E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Industry​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9EA-44FF-2E86-37AA-859E72B0C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Industry leaders:​</a:t>
            </a:r>
          </a:p>
          <a:p>
            <a:endParaRPr lang="en-US" dirty="0"/>
          </a:p>
          <a:p>
            <a:pPr lvl="1"/>
            <a:r>
              <a:rPr lang="en-US" b="1" dirty="0"/>
              <a:t>ISO</a:t>
            </a:r>
            <a:r>
              <a:rPr lang="en-US" dirty="0"/>
              <a:t>: International Organization for Standardization​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NIST</a:t>
            </a:r>
            <a:r>
              <a:rPr lang="en-US" dirty="0"/>
              <a:t>: National Institute of Standards and technology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CCB43-A0FB-9B1E-8422-E875C1ED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338822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0A13-2BA9-D4E6-08F4-7590FF2B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Organization​</a:t>
            </a:r>
          </a:p>
        </p:txBody>
      </p:sp>
      <p:pic>
        <p:nvPicPr>
          <p:cNvPr id="1026" name="Picture 2" descr="Diagram&#10;&#10;Description automatically generated">
            <a:extLst>
              <a:ext uri="{FF2B5EF4-FFF2-40B4-BE49-F238E27FC236}">
                <a16:creationId xmlns:a16="http://schemas.microsoft.com/office/drawing/2014/main" id="{C0C65E29-38F2-417C-104B-EAE364D7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24" y="2584451"/>
            <a:ext cx="3943350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F14E4-C681-5782-C241-F840A470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178865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2796-1A6D-2ABC-DCC1-49C612D6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Organization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5A63-42CD-C4CD-9452-CC9597FCC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Keep the C-class out of trouble​</a:t>
            </a:r>
          </a:p>
          <a:p>
            <a:pPr lvl="1"/>
            <a:r>
              <a:rPr lang="en-US" dirty="0"/>
              <a:t>CFOs without strong internal controls will be held accountable if something goes wrong and could be at risk for jail time​</a:t>
            </a:r>
          </a:p>
          <a:p>
            <a:r>
              <a:rPr lang="en-US" dirty="0"/>
              <a:t>Stakeholder needs​</a:t>
            </a:r>
          </a:p>
          <a:p>
            <a:pPr lvl="1"/>
            <a:r>
              <a:rPr lang="en-US" dirty="0"/>
              <a:t>If an attack occurs that tarnishes the reputation of the company, then the wrath of Wall Street and/or public</a:t>
            </a:r>
          </a:p>
          <a:p>
            <a:r>
              <a:rPr lang="en-US" dirty="0"/>
              <a:t>C.I.A. triad​</a:t>
            </a:r>
          </a:p>
          <a:p>
            <a:pPr lvl="1"/>
            <a:r>
              <a:rPr lang="en-US" dirty="0"/>
              <a:t>Confidentiality is assurance of data privacy​</a:t>
            </a:r>
          </a:p>
          <a:p>
            <a:pPr lvl="1"/>
            <a:r>
              <a:rPr lang="en-US" dirty="0"/>
              <a:t>Integrity is assurance of data non-alteration​</a:t>
            </a:r>
          </a:p>
          <a:p>
            <a:pPr lvl="1"/>
            <a:r>
              <a:rPr lang="en-US" dirty="0"/>
              <a:t>Availability is assurance of timely and reliable access to data services for authorized users' corn could ruin the company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83790-7E3B-BC28-0BA9-5108B3F0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71490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C986-D801-EFA2-58FF-4FF8294B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Quality and Security in the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5FF9A-BEB8-27F0-951B-1DA192DE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Know the enemy​</a:t>
            </a:r>
          </a:p>
          <a:p>
            <a:endParaRPr lang="en-US" dirty="0"/>
          </a:p>
          <a:p>
            <a:r>
              <a:rPr lang="en-US" dirty="0"/>
              <a:t>Prevent social engineering​</a:t>
            </a:r>
          </a:p>
          <a:p>
            <a:endParaRPr lang="en-US" dirty="0"/>
          </a:p>
          <a:p>
            <a:r>
              <a:rPr lang="en-US" dirty="0"/>
              <a:t>Clean up the clutter​</a:t>
            </a:r>
          </a:p>
          <a:p>
            <a:endParaRPr lang="en-US" dirty="0"/>
          </a:p>
          <a:p>
            <a:r>
              <a:rPr lang="en-US" dirty="0"/>
              <a:t>Stay current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93833-556E-49DC-C8B3-DEADA057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380776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561A-DA25-7D20-9109-AD375C89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Cube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34A4C-294B-943E-D17E-2F157F664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Know the enemy​</a:t>
            </a:r>
          </a:p>
          <a:p>
            <a:pPr lvl="1"/>
            <a:r>
              <a:rPr lang="en-US" dirty="0"/>
              <a:t>Know the weak areas of the application architecture and the areas attackers target most 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Know who would want to attack your software and why they’d likely target​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Know what types of resources would be needed by the attackers, such as tools, privileges, and time slots​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Know how to build countermeasures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A4C53-8122-5057-F20E-C0989B3E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974788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9CAF-5A23-6B8A-0445-8A62CEA3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Cube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0DF75-00D9-F47D-9E7F-1D35C4E35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Stay away from social engineering tactics​</a:t>
            </a:r>
          </a:p>
          <a:p>
            <a:pPr lvl="1"/>
            <a:r>
              <a:rPr lang="en-US" dirty="0"/>
              <a:t>Verify the identity of all callers​</a:t>
            </a:r>
          </a:p>
          <a:p>
            <a:pPr lvl="1"/>
            <a:r>
              <a:rPr lang="en-US" dirty="0"/>
              <a:t>If you do not recognize the caller and he or she is asking questions to extract sensitive information, ask for a phone number to return the call​</a:t>
            </a:r>
          </a:p>
          <a:p>
            <a:pPr lvl="1"/>
            <a:r>
              <a:rPr lang="en-US" dirty="0"/>
              <a:t>Give information only to well-known or clearly identified people​</a:t>
            </a:r>
          </a:p>
          <a:p>
            <a:pPr lvl="1"/>
            <a:r>
              <a:rPr lang="en-US" dirty="0"/>
              <a:t>Never give your password to anyone for any reason​</a:t>
            </a:r>
          </a:p>
          <a:p>
            <a:pPr lvl="1"/>
            <a:r>
              <a:rPr lang="en-US" dirty="0"/>
              <a:t>Watch out for shoulder surfers​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E9445-6336-E6E0-1BA5-D8CFD679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810059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F40C-A278-7781-7914-67F2F88B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Ensuring Quality and Security in the Cube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C998D-03C2-F306-B571-CD007DAD7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 up the clutter​</a:t>
            </a:r>
          </a:p>
          <a:p>
            <a:pPr lvl="1"/>
            <a:r>
              <a:rPr lang="en-US" dirty="0"/>
              <a:t>No sticky notes​</a:t>
            </a:r>
          </a:p>
          <a:p>
            <a:pPr lvl="2"/>
            <a:r>
              <a:rPr lang="en-US" dirty="0"/>
              <a:t>No matter how many usernames and passwords you need to remember, don’t write them on paper and hide them on (or in) your desk​</a:t>
            </a:r>
          </a:p>
          <a:p>
            <a:r>
              <a:rPr lang="en-US"/>
              <a:t>Stay </a:t>
            </a:r>
            <a:r>
              <a:rPr lang="en-US" dirty="0"/>
              <a:t>current on attacks​</a:t>
            </a:r>
          </a:p>
          <a:p>
            <a:pPr lvl="2"/>
            <a:r>
              <a:rPr lang="en-US" dirty="0"/>
              <a:t>Stay current by keeping informed of the latest software attacks​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6A132-4044-C25C-2863-BBB0E849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3728675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AE73-4A96-7AAB-186F-9C1A12DD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53E5-0CC1-7BE3-39D4-75BACF74B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will always be someone bigger, better, and smarter than you​</a:t>
            </a:r>
          </a:p>
          <a:p>
            <a:r>
              <a:rPr lang="en-US" dirty="0"/>
              <a:t>Three things to anticipate the loss of data:​</a:t>
            </a:r>
          </a:p>
          <a:p>
            <a:pPr lvl="1"/>
            <a:r>
              <a:rPr lang="en-US" dirty="0"/>
              <a:t>Know what data is on the device​</a:t>
            </a:r>
          </a:p>
          <a:p>
            <a:pPr lvl="1"/>
            <a:r>
              <a:rPr lang="en-US" dirty="0"/>
              <a:t>Protect the data even when the device is lost​</a:t>
            </a:r>
          </a:p>
          <a:p>
            <a:pPr lvl="1"/>
            <a:r>
              <a:rPr lang="en-US" dirty="0"/>
              <a:t>Expect the device to be lost​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35CFB-BEEC-0F68-63FC-2D3CF149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917032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7897-81F7-C56F-2B83-EFDFDC4B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7FD49-41FB-C5A6-E65A-E2AEF55F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Software Development: A Security Programmer’s Guide, First Edition​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BCE70-C36B-CD06-3DFC-3187EFF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Safaa Hriez</a:t>
            </a:r>
          </a:p>
        </p:txBody>
      </p:sp>
    </p:spTree>
    <p:extLst>
      <p:ext uri="{BB962C8B-B14F-4D97-AF65-F5344CB8AC3E}">
        <p14:creationId xmlns:p14="http://schemas.microsoft.com/office/powerpoint/2010/main" val="2043939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1202</TotalTime>
  <Words>1068</Words>
  <Application>Microsoft Office PowerPoint</Application>
  <PresentationFormat>Widescreen</PresentationFormat>
  <Paragraphs>191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Garamond</vt:lpstr>
      <vt:lpstr>Wingdings</vt:lpstr>
      <vt:lpstr>Organic</vt:lpstr>
      <vt:lpstr>Secure Programming</vt:lpstr>
      <vt:lpstr>Software Development Lifecycle (SDLC)</vt:lpstr>
      <vt:lpstr>Microsoft Security Development Lifecycle (Microsoft SDL)</vt:lpstr>
      <vt:lpstr>Microsoft SDL</vt:lpstr>
      <vt:lpstr>      SDLC                  Microsoft SDL </vt:lpstr>
      <vt:lpstr>Phase#1 SDL: Security Training</vt:lpstr>
      <vt:lpstr>Why You Need Secure Software</vt:lpstr>
      <vt:lpstr>Why You Need Secure Software</vt:lpstr>
      <vt:lpstr>Why You Need Secure Software</vt:lpstr>
      <vt:lpstr>Why You Need Secure Software</vt:lpstr>
      <vt:lpstr>What you have to know first?!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prepare yourself and your code from attacks at all angels, you need to know how to include quality and security at every level of your job.</vt:lpstr>
      <vt:lpstr>Ensuring Quality and Security in the Industry​</vt:lpstr>
      <vt:lpstr>Ensuring Quality and Security in the Organization​</vt:lpstr>
      <vt:lpstr>Ensuring Quality and Security in the Organization (continued)</vt:lpstr>
      <vt:lpstr>Ensuring Quality and Security in the Cube</vt:lpstr>
      <vt:lpstr>Ensuring Quality and Security in the Cube (continued)</vt:lpstr>
      <vt:lpstr>Ensuring Quality and Security in the Cube (continued)</vt:lpstr>
      <vt:lpstr>Ensuring Quality and Security in the Cube (continued)</vt:lpstr>
      <vt:lpstr>!!!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Safaa Hriez</dc:creator>
  <cp:lastModifiedBy>Safaa Hriez</cp:lastModifiedBy>
  <cp:revision>53</cp:revision>
  <dcterms:created xsi:type="dcterms:W3CDTF">2023-11-11T10:03:38Z</dcterms:created>
  <dcterms:modified xsi:type="dcterms:W3CDTF">2024-11-12T17:52:23Z</dcterms:modified>
</cp:coreProperties>
</file>