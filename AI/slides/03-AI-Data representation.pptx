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</p:sldMasterIdLst>
  <p:notesMasterIdLst>
    <p:notesMasterId r:id="rId27"/>
  </p:notesMasterIdLst>
  <p:sldIdLst>
    <p:sldId id="511" r:id="rId6"/>
    <p:sldId id="279" r:id="rId7"/>
    <p:sldId id="512" r:id="rId8"/>
    <p:sldId id="513" r:id="rId9"/>
    <p:sldId id="514" r:id="rId10"/>
    <p:sldId id="509" r:id="rId11"/>
    <p:sldId id="515" r:id="rId12"/>
    <p:sldId id="505" r:id="rId13"/>
    <p:sldId id="517" r:id="rId14"/>
    <p:sldId id="518" r:id="rId15"/>
    <p:sldId id="519" r:id="rId16"/>
    <p:sldId id="520" r:id="rId17"/>
    <p:sldId id="521" r:id="rId18"/>
    <p:sldId id="284" r:id="rId19"/>
    <p:sldId id="285" r:id="rId20"/>
    <p:sldId id="286" r:id="rId21"/>
    <p:sldId id="275" r:id="rId22"/>
    <p:sldId id="276" r:id="rId23"/>
    <p:sldId id="277" r:id="rId24"/>
    <p:sldId id="280" r:id="rId25"/>
    <p:sldId id="281" r:id="rId26"/>
  </p:sldIdLst>
  <p:sldSz cx="12192000" cy="6858000"/>
  <p:notesSz cx="6858000" cy="9144000"/>
  <p:defaultTextStyle>
    <a:defPPr>
      <a:defRPr lang="en-J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6D91-E855-4A8B-ACE1-7C471E71CB0E}" v="39" dt="2025-10-25T04:44:11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97"/>
    <p:restoredTop sz="94762"/>
  </p:normalViewPr>
  <p:slideViewPr>
    <p:cSldViewPr snapToGrid="0">
      <p:cViewPr varScale="1">
        <p:scale>
          <a:sx n="121" d="100"/>
          <a:sy n="121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tool Alarmouti" userId="7167cb9c-3efb-457b-88d8-3fb7fa2d7091" providerId="ADAL" clId="{1A720679-DF41-42ED-8FD0-B28FC36362DC}"/>
    <pc:docChg chg="undo custSel addSld delSld modSld sldOrd">
      <pc:chgData name="Batool Alarmouti" userId="7167cb9c-3efb-457b-88d8-3fb7fa2d7091" providerId="ADAL" clId="{1A720679-DF41-42ED-8FD0-B28FC36362DC}" dt="2025-10-26T09:36:30.466" v="1044" actId="313"/>
      <pc:docMkLst>
        <pc:docMk/>
      </pc:docMkLst>
      <pc:sldChg chg="del">
        <pc:chgData name="Batool Alarmouti" userId="7167cb9c-3efb-457b-88d8-3fb7fa2d7091" providerId="ADAL" clId="{1A720679-DF41-42ED-8FD0-B28FC36362DC}" dt="2025-10-25T04:24:39.218" v="29" actId="2696"/>
        <pc:sldMkLst>
          <pc:docMk/>
          <pc:sldMk cId="1019686197" sldId="256"/>
        </pc:sldMkLst>
      </pc:sldChg>
      <pc:sldChg chg="addSp delSp modSp mod">
        <pc:chgData name="Batool Alarmouti" userId="7167cb9c-3efb-457b-88d8-3fb7fa2d7091" providerId="ADAL" clId="{1A720679-DF41-42ED-8FD0-B28FC36362DC}" dt="2025-10-25T04:25:25.508" v="63" actId="1076"/>
        <pc:sldMkLst>
          <pc:docMk/>
          <pc:sldMk cId="3042816050" sldId="279"/>
        </pc:sldMkLst>
        <pc:spChg chg="del mod">
          <ac:chgData name="Batool Alarmouti" userId="7167cb9c-3efb-457b-88d8-3fb7fa2d7091" providerId="ADAL" clId="{1A720679-DF41-42ED-8FD0-B28FC36362DC}" dt="2025-10-25T04:24:52.361" v="34" actId="478"/>
          <ac:spMkLst>
            <pc:docMk/>
            <pc:sldMk cId="3042816050" sldId="279"/>
            <ac:spMk id="3" creationId="{71A3DDA7-3EA6-8719-A8A7-E0AF0E1810E2}"/>
          </ac:spMkLst>
        </pc:spChg>
        <pc:spChg chg="del mod">
          <ac:chgData name="Batool Alarmouti" userId="7167cb9c-3efb-457b-88d8-3fb7fa2d7091" providerId="ADAL" clId="{1A720679-DF41-42ED-8FD0-B28FC36362DC}" dt="2025-10-25T04:24:48.520" v="32" actId="478"/>
          <ac:spMkLst>
            <pc:docMk/>
            <pc:sldMk cId="3042816050" sldId="279"/>
            <ac:spMk id="4" creationId="{9A7D71F5-70F5-7705-6BA9-3E4BC1721798}"/>
          </ac:spMkLst>
        </pc:spChg>
        <pc:spChg chg="add mod">
          <ac:chgData name="Batool Alarmouti" userId="7167cb9c-3efb-457b-88d8-3fb7fa2d7091" providerId="ADAL" clId="{1A720679-DF41-42ED-8FD0-B28FC36362DC}" dt="2025-10-25T04:25:25.508" v="63" actId="1076"/>
          <ac:spMkLst>
            <pc:docMk/>
            <pc:sldMk cId="3042816050" sldId="279"/>
            <ac:spMk id="5" creationId="{EFF4E450-771C-B9C0-7F29-3DE106F7F927}"/>
          </ac:spMkLst>
        </pc:spChg>
      </pc:sldChg>
      <pc:sldChg chg="modSp mod">
        <pc:chgData name="Batool Alarmouti" userId="7167cb9c-3efb-457b-88d8-3fb7fa2d7091" providerId="ADAL" clId="{1A720679-DF41-42ED-8FD0-B28FC36362DC}" dt="2025-10-26T09:36:30.466" v="1044" actId="313"/>
        <pc:sldMkLst>
          <pc:docMk/>
          <pc:sldMk cId="0" sldId="280"/>
        </pc:sldMkLst>
        <pc:spChg chg="mod">
          <ac:chgData name="Batool Alarmouti" userId="7167cb9c-3efb-457b-88d8-3fb7fa2d7091" providerId="ADAL" clId="{1A720679-DF41-42ED-8FD0-B28FC36362DC}" dt="2025-10-26T09:36:30.466" v="1044" actId="313"/>
          <ac:spMkLst>
            <pc:docMk/>
            <pc:sldMk cId="0" sldId="280"/>
            <ac:spMk id="4" creationId="{00000000-0000-0000-0000-000000000000}"/>
          </ac:spMkLst>
        </pc:spChg>
      </pc:sldChg>
      <pc:sldChg chg="modSp mod">
        <pc:chgData name="Batool Alarmouti" userId="7167cb9c-3efb-457b-88d8-3fb7fa2d7091" providerId="ADAL" clId="{1A720679-DF41-42ED-8FD0-B28FC36362DC}" dt="2025-10-25T04:43:16.854" v="800" actId="108"/>
        <pc:sldMkLst>
          <pc:docMk/>
          <pc:sldMk cId="0" sldId="281"/>
        </pc:sldMkLst>
        <pc:spChg chg="mod">
          <ac:chgData name="Batool Alarmouti" userId="7167cb9c-3efb-457b-88d8-3fb7fa2d7091" providerId="ADAL" clId="{1A720679-DF41-42ED-8FD0-B28FC36362DC}" dt="2025-10-25T04:43:08.259" v="796" actId="1076"/>
          <ac:spMkLst>
            <pc:docMk/>
            <pc:sldMk cId="0" sldId="281"/>
            <ac:spMk id="2" creationId="{00000000-0000-0000-0000-000000000000}"/>
          </ac:spMkLst>
        </pc:spChg>
        <pc:spChg chg="mod">
          <ac:chgData name="Batool Alarmouti" userId="7167cb9c-3efb-457b-88d8-3fb7fa2d7091" providerId="ADAL" clId="{1A720679-DF41-42ED-8FD0-B28FC36362DC}" dt="2025-10-25T04:43:16.854" v="800" actId="108"/>
          <ac:spMkLst>
            <pc:docMk/>
            <pc:sldMk cId="0" sldId="281"/>
            <ac:spMk id="7" creationId="{00000000-0000-0000-0000-000000000000}"/>
          </ac:spMkLst>
        </pc:spChg>
      </pc:sldChg>
      <pc:sldChg chg="add del setBg">
        <pc:chgData name="Batool Alarmouti" userId="7167cb9c-3efb-457b-88d8-3fb7fa2d7091" providerId="ADAL" clId="{1A720679-DF41-42ED-8FD0-B28FC36362DC}" dt="2025-10-25T04:42:32.590" v="791" actId="47"/>
        <pc:sldMkLst>
          <pc:docMk/>
          <pc:sldMk cId="0" sldId="283"/>
        </pc:sldMkLst>
      </pc:sldChg>
      <pc:sldChg chg="add del setBg">
        <pc:chgData name="Batool Alarmouti" userId="7167cb9c-3efb-457b-88d8-3fb7fa2d7091" providerId="ADAL" clId="{1A720679-DF41-42ED-8FD0-B28FC36362DC}" dt="2025-10-25T04:42:51.398" v="795"/>
        <pc:sldMkLst>
          <pc:docMk/>
          <pc:sldMk cId="0" sldId="284"/>
        </pc:sldMkLst>
      </pc:sldChg>
      <pc:sldChg chg="add">
        <pc:chgData name="Batool Alarmouti" userId="7167cb9c-3efb-457b-88d8-3fb7fa2d7091" providerId="ADAL" clId="{1A720679-DF41-42ED-8FD0-B28FC36362DC}" dt="2025-10-25T04:43:39.677" v="802"/>
        <pc:sldMkLst>
          <pc:docMk/>
          <pc:sldMk cId="0" sldId="285"/>
        </pc:sldMkLst>
      </pc:sldChg>
      <pc:sldChg chg="add">
        <pc:chgData name="Batool Alarmouti" userId="7167cb9c-3efb-457b-88d8-3fb7fa2d7091" providerId="ADAL" clId="{1A720679-DF41-42ED-8FD0-B28FC36362DC}" dt="2025-10-25T04:44:11.113" v="804"/>
        <pc:sldMkLst>
          <pc:docMk/>
          <pc:sldMk cId="0" sldId="286"/>
        </pc:sldMkLst>
      </pc:sldChg>
      <pc:sldChg chg="del">
        <pc:chgData name="Batool Alarmouti" userId="7167cb9c-3efb-457b-88d8-3fb7fa2d7091" providerId="ADAL" clId="{1A720679-DF41-42ED-8FD0-B28FC36362DC}" dt="2025-10-25T04:33:00.934" v="688" actId="47"/>
        <pc:sldMkLst>
          <pc:docMk/>
          <pc:sldMk cId="416434352" sldId="286"/>
        </pc:sldMkLst>
      </pc:sldChg>
      <pc:sldChg chg="del">
        <pc:chgData name="Batool Alarmouti" userId="7167cb9c-3efb-457b-88d8-3fb7fa2d7091" providerId="ADAL" clId="{1A720679-DF41-42ED-8FD0-B28FC36362DC}" dt="2025-10-25T04:40:16.506" v="760" actId="47"/>
        <pc:sldMkLst>
          <pc:docMk/>
          <pc:sldMk cId="3767627189" sldId="472"/>
        </pc:sldMkLst>
      </pc:sldChg>
      <pc:sldChg chg="modSp del mod">
        <pc:chgData name="Batool Alarmouti" userId="7167cb9c-3efb-457b-88d8-3fb7fa2d7091" providerId="ADAL" clId="{1A720679-DF41-42ED-8FD0-B28FC36362DC}" dt="2025-10-25T04:36:18.400" v="723" actId="47"/>
        <pc:sldMkLst>
          <pc:docMk/>
          <pc:sldMk cId="1913734759" sldId="473"/>
        </pc:sldMkLst>
        <pc:picChg chg="mod">
          <ac:chgData name="Batool Alarmouti" userId="7167cb9c-3efb-457b-88d8-3fb7fa2d7091" providerId="ADAL" clId="{1A720679-DF41-42ED-8FD0-B28FC36362DC}" dt="2025-10-25T04:33:15.744" v="690" actId="1076"/>
          <ac:picMkLst>
            <pc:docMk/>
            <pc:sldMk cId="1913734759" sldId="473"/>
            <ac:picMk id="6" creationId="{800829CD-122B-7015-9150-0BC9057081FF}"/>
          </ac:picMkLst>
        </pc:picChg>
      </pc:sldChg>
      <pc:sldChg chg="del">
        <pc:chgData name="Batool Alarmouti" userId="7167cb9c-3efb-457b-88d8-3fb7fa2d7091" providerId="ADAL" clId="{1A720679-DF41-42ED-8FD0-B28FC36362DC}" dt="2025-10-25T04:43:25.343" v="801" actId="47"/>
        <pc:sldMkLst>
          <pc:docMk/>
          <pc:sldMk cId="789295198" sldId="489"/>
        </pc:sldMkLst>
      </pc:sldChg>
      <pc:sldChg chg="del">
        <pc:chgData name="Batool Alarmouti" userId="7167cb9c-3efb-457b-88d8-3fb7fa2d7091" providerId="ADAL" clId="{1A720679-DF41-42ED-8FD0-B28FC36362DC}" dt="2025-10-25T04:39:11.697" v="747" actId="47"/>
        <pc:sldMkLst>
          <pc:docMk/>
          <pc:sldMk cId="2541067786" sldId="499"/>
        </pc:sldMkLst>
      </pc:sldChg>
      <pc:sldChg chg="del">
        <pc:chgData name="Batool Alarmouti" userId="7167cb9c-3efb-457b-88d8-3fb7fa2d7091" providerId="ADAL" clId="{1A720679-DF41-42ED-8FD0-B28FC36362DC}" dt="2025-10-25T04:42:33.911" v="792" actId="47"/>
        <pc:sldMkLst>
          <pc:docMk/>
          <pc:sldMk cId="2836103370" sldId="500"/>
        </pc:sldMkLst>
      </pc:sldChg>
      <pc:sldChg chg="del">
        <pc:chgData name="Batool Alarmouti" userId="7167cb9c-3efb-457b-88d8-3fb7fa2d7091" providerId="ADAL" clId="{1A720679-DF41-42ED-8FD0-B28FC36362DC}" dt="2025-10-25T04:25:26.647" v="64" actId="47"/>
        <pc:sldMkLst>
          <pc:docMk/>
          <pc:sldMk cId="937831625" sldId="501"/>
        </pc:sldMkLst>
      </pc:sldChg>
      <pc:sldChg chg="del">
        <pc:chgData name="Batool Alarmouti" userId="7167cb9c-3efb-457b-88d8-3fb7fa2d7091" providerId="ADAL" clId="{1A720679-DF41-42ED-8FD0-B28FC36362DC}" dt="2025-10-25T04:43:42.157" v="803" actId="47"/>
        <pc:sldMkLst>
          <pc:docMk/>
          <pc:sldMk cId="2438467974" sldId="502"/>
        </pc:sldMkLst>
      </pc:sldChg>
      <pc:sldChg chg="del">
        <pc:chgData name="Batool Alarmouti" userId="7167cb9c-3efb-457b-88d8-3fb7fa2d7091" providerId="ADAL" clId="{1A720679-DF41-42ED-8FD0-B28FC36362DC}" dt="2025-10-25T04:44:18.542" v="805" actId="47"/>
        <pc:sldMkLst>
          <pc:docMk/>
          <pc:sldMk cId="822898568" sldId="503"/>
        </pc:sldMkLst>
      </pc:sldChg>
      <pc:sldChg chg="del">
        <pc:chgData name="Batool Alarmouti" userId="7167cb9c-3efb-457b-88d8-3fb7fa2d7091" providerId="ADAL" clId="{1A720679-DF41-42ED-8FD0-B28FC36362DC}" dt="2025-10-25T04:41:58.037" v="781" actId="47"/>
        <pc:sldMkLst>
          <pc:docMk/>
          <pc:sldMk cId="1311834176" sldId="506"/>
        </pc:sldMkLst>
      </pc:sldChg>
      <pc:sldChg chg="del ord">
        <pc:chgData name="Batool Alarmouti" userId="7167cb9c-3efb-457b-88d8-3fb7fa2d7091" providerId="ADAL" clId="{1A720679-DF41-42ED-8FD0-B28FC36362DC}" dt="2025-10-25T04:47:03.464" v="1043" actId="47"/>
        <pc:sldMkLst>
          <pc:docMk/>
          <pc:sldMk cId="103246394" sldId="507"/>
        </pc:sldMkLst>
      </pc:sldChg>
      <pc:sldChg chg="del">
        <pc:chgData name="Batool Alarmouti" userId="7167cb9c-3efb-457b-88d8-3fb7fa2d7091" providerId="ADAL" clId="{1A720679-DF41-42ED-8FD0-B28FC36362DC}" dt="2025-10-25T04:32:30.180" v="656" actId="47"/>
        <pc:sldMkLst>
          <pc:docMk/>
          <pc:sldMk cId="825302873" sldId="508"/>
        </pc:sldMkLst>
      </pc:sldChg>
      <pc:sldChg chg="mod modShow">
        <pc:chgData name="Batool Alarmouti" userId="7167cb9c-3efb-457b-88d8-3fb7fa2d7091" providerId="ADAL" clId="{1A720679-DF41-42ED-8FD0-B28FC36362DC}" dt="2025-10-25T04:32:36.337" v="657" actId="729"/>
        <pc:sldMkLst>
          <pc:docMk/>
          <pc:sldMk cId="3198983540" sldId="509"/>
        </pc:sldMkLst>
      </pc:sldChg>
      <pc:sldChg chg="addSp delSp modSp new del mod">
        <pc:chgData name="Batool Alarmouti" userId="7167cb9c-3efb-457b-88d8-3fb7fa2d7091" providerId="ADAL" clId="{1A720679-DF41-42ED-8FD0-B28FC36362DC}" dt="2025-10-25T04:24:21.100" v="6" actId="47"/>
        <pc:sldMkLst>
          <pc:docMk/>
          <pc:sldMk cId="1013649639" sldId="510"/>
        </pc:sldMkLst>
        <pc:spChg chg="del">
          <ac:chgData name="Batool Alarmouti" userId="7167cb9c-3efb-457b-88d8-3fb7fa2d7091" providerId="ADAL" clId="{1A720679-DF41-42ED-8FD0-B28FC36362DC}" dt="2025-10-25T04:23:45.851" v="2" actId="478"/>
          <ac:spMkLst>
            <pc:docMk/>
            <pc:sldMk cId="1013649639" sldId="510"/>
            <ac:spMk id="2" creationId="{E08242E1-743C-E41C-66AA-B24B74D7E50C}"/>
          </ac:spMkLst>
        </pc:spChg>
        <pc:spChg chg="del">
          <ac:chgData name="Batool Alarmouti" userId="7167cb9c-3efb-457b-88d8-3fb7fa2d7091" providerId="ADAL" clId="{1A720679-DF41-42ED-8FD0-B28FC36362DC}" dt="2025-10-25T04:23:44.465" v="1" actId="478"/>
          <ac:spMkLst>
            <pc:docMk/>
            <pc:sldMk cId="1013649639" sldId="510"/>
            <ac:spMk id="3" creationId="{A02ADD21-DC45-6960-D862-45AADAC7CB3C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4" creationId="{741F3140-761E-E5BC-F182-56608C1B53C4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5" creationId="{885B1F48-F7D3-D9E9-F37B-C2DA245DB076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6" creationId="{D7DC46F3-2A23-EC9A-FA10-C3FC5BB51B2D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7" creationId="{2F6BD966-0518-E8E5-DBB7-6AFA5A82BF98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8" creationId="{B4C2421C-53E6-F7E0-2C37-F09566F61391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9" creationId="{6FB2BB55-D902-ED14-AD8B-27C6ADFAE618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10" creationId="{F4F1C5BB-505E-74D2-F863-877D05906055}"/>
          </ac:spMkLst>
        </pc:spChg>
        <pc:spChg chg="add mod">
          <ac:chgData name="Batool Alarmouti" userId="7167cb9c-3efb-457b-88d8-3fb7fa2d7091" providerId="ADAL" clId="{1A720679-DF41-42ED-8FD0-B28FC36362DC}" dt="2025-10-25T04:23:52.665" v="4" actId="14100"/>
          <ac:spMkLst>
            <pc:docMk/>
            <pc:sldMk cId="1013649639" sldId="510"/>
            <ac:spMk id="11" creationId="{C68A35E4-6011-111E-F296-4480A2E76178}"/>
          </ac:spMkLst>
        </pc:spChg>
      </pc:sldChg>
      <pc:sldChg chg="modSp add mod">
        <pc:chgData name="Batool Alarmouti" userId="7167cb9c-3efb-457b-88d8-3fb7fa2d7091" providerId="ADAL" clId="{1A720679-DF41-42ED-8FD0-B28FC36362DC}" dt="2025-10-25T04:24:33.495" v="28" actId="20577"/>
        <pc:sldMkLst>
          <pc:docMk/>
          <pc:sldMk cId="0" sldId="511"/>
        </pc:sldMkLst>
        <pc:spChg chg="mod">
          <ac:chgData name="Batool Alarmouti" userId="7167cb9c-3efb-457b-88d8-3fb7fa2d7091" providerId="ADAL" clId="{1A720679-DF41-42ED-8FD0-B28FC36362DC}" dt="2025-10-25T04:24:33.495" v="28" actId="20577"/>
          <ac:spMkLst>
            <pc:docMk/>
            <pc:sldMk cId="0" sldId="511"/>
            <ac:spMk id="9" creationId="{00000000-0000-0000-0000-000000000000}"/>
          </ac:spMkLst>
        </pc:spChg>
      </pc:sldChg>
      <pc:sldChg chg="add">
        <pc:chgData name="Batool Alarmouti" userId="7167cb9c-3efb-457b-88d8-3fb7fa2d7091" providerId="ADAL" clId="{1A720679-DF41-42ED-8FD0-B28FC36362DC}" dt="2025-10-25T04:24:44.210" v="30" actId="2890"/>
        <pc:sldMkLst>
          <pc:docMk/>
          <pc:sldMk cId="1165021466" sldId="512"/>
        </pc:sldMkLst>
      </pc:sldChg>
      <pc:sldChg chg="modSp add mod">
        <pc:chgData name="Batool Alarmouti" userId="7167cb9c-3efb-457b-88d8-3fb7fa2d7091" providerId="ADAL" clId="{1A720679-DF41-42ED-8FD0-B28FC36362DC}" dt="2025-10-25T04:46:59.354" v="1042" actId="20577"/>
        <pc:sldMkLst>
          <pc:docMk/>
          <pc:sldMk cId="1975528158" sldId="513"/>
        </pc:sldMkLst>
        <pc:spChg chg="mod">
          <ac:chgData name="Batool Alarmouti" userId="7167cb9c-3efb-457b-88d8-3fb7fa2d7091" providerId="ADAL" clId="{1A720679-DF41-42ED-8FD0-B28FC36362DC}" dt="2025-10-25T04:26:20.052" v="106" actId="20577"/>
          <ac:spMkLst>
            <pc:docMk/>
            <pc:sldMk cId="1975528158" sldId="513"/>
            <ac:spMk id="3" creationId="{B5CA625C-8950-0B15-7AFE-6CDE75832B37}"/>
          </ac:spMkLst>
        </pc:spChg>
        <pc:spChg chg="mod">
          <ac:chgData name="Batool Alarmouti" userId="7167cb9c-3efb-457b-88d8-3fb7fa2d7091" providerId="ADAL" clId="{1A720679-DF41-42ED-8FD0-B28FC36362DC}" dt="2025-10-25T04:46:59.354" v="1042" actId="20577"/>
          <ac:spMkLst>
            <pc:docMk/>
            <pc:sldMk cId="1975528158" sldId="513"/>
            <ac:spMk id="4" creationId="{117E9F02-0B22-DF9B-D553-69C9A77A0262}"/>
          </ac:spMkLst>
        </pc:spChg>
      </pc:sldChg>
      <pc:sldChg chg="modSp add mod">
        <pc:chgData name="Batool Alarmouti" userId="7167cb9c-3efb-457b-88d8-3fb7fa2d7091" providerId="ADAL" clId="{1A720679-DF41-42ED-8FD0-B28FC36362DC}" dt="2025-10-25T04:31:59.828" v="655" actId="1076"/>
        <pc:sldMkLst>
          <pc:docMk/>
          <pc:sldMk cId="3038937461" sldId="514"/>
        </pc:sldMkLst>
        <pc:spChg chg="mod">
          <ac:chgData name="Batool Alarmouti" userId="7167cb9c-3efb-457b-88d8-3fb7fa2d7091" providerId="ADAL" clId="{1A720679-DF41-42ED-8FD0-B28FC36362DC}" dt="2025-10-25T04:27:55.296" v="251" actId="20577"/>
          <ac:spMkLst>
            <pc:docMk/>
            <pc:sldMk cId="3038937461" sldId="514"/>
            <ac:spMk id="3" creationId="{F8218EC9-88F3-D46E-4387-317B19806A4C}"/>
          </ac:spMkLst>
        </pc:spChg>
        <pc:spChg chg="mod">
          <ac:chgData name="Batool Alarmouti" userId="7167cb9c-3efb-457b-88d8-3fb7fa2d7091" providerId="ADAL" clId="{1A720679-DF41-42ED-8FD0-B28FC36362DC}" dt="2025-10-25T04:31:59.828" v="655" actId="1076"/>
          <ac:spMkLst>
            <pc:docMk/>
            <pc:sldMk cId="3038937461" sldId="514"/>
            <ac:spMk id="4" creationId="{4D2BC0E6-DE9D-4411-84DB-4CA110BC9492}"/>
          </ac:spMkLst>
        </pc:spChg>
      </pc:sldChg>
      <pc:sldChg chg="modSp add mod ord">
        <pc:chgData name="Batool Alarmouti" userId="7167cb9c-3efb-457b-88d8-3fb7fa2d7091" providerId="ADAL" clId="{1A720679-DF41-42ED-8FD0-B28FC36362DC}" dt="2025-10-25T04:32:58.994" v="687" actId="20577"/>
        <pc:sldMkLst>
          <pc:docMk/>
          <pc:sldMk cId="1328018703" sldId="515"/>
        </pc:sldMkLst>
        <pc:spChg chg="mod">
          <ac:chgData name="Batool Alarmouti" userId="7167cb9c-3efb-457b-88d8-3fb7fa2d7091" providerId="ADAL" clId="{1A720679-DF41-42ED-8FD0-B28FC36362DC}" dt="2025-10-25T04:32:58.994" v="687" actId="20577"/>
          <ac:spMkLst>
            <pc:docMk/>
            <pc:sldMk cId="1328018703" sldId="515"/>
            <ac:spMk id="5" creationId="{1A51E090-82DE-7227-225B-4FF86CFFA5DA}"/>
          </ac:spMkLst>
        </pc:spChg>
      </pc:sldChg>
      <pc:sldChg chg="add del">
        <pc:chgData name="Batool Alarmouti" userId="7167cb9c-3efb-457b-88d8-3fb7fa2d7091" providerId="ADAL" clId="{1A720679-DF41-42ED-8FD0-B28FC36362DC}" dt="2025-10-25T04:33:27.217" v="694" actId="47"/>
        <pc:sldMkLst>
          <pc:docMk/>
          <pc:sldMk cId="1296553362" sldId="516"/>
        </pc:sldMkLst>
      </pc:sldChg>
      <pc:sldChg chg="addSp delSp modSp add mod ord">
        <pc:chgData name="Batool Alarmouti" userId="7167cb9c-3efb-457b-88d8-3fb7fa2d7091" providerId="ADAL" clId="{1A720679-DF41-42ED-8FD0-B28FC36362DC}" dt="2025-10-25T04:35:50.401" v="722" actId="20577"/>
        <pc:sldMkLst>
          <pc:docMk/>
          <pc:sldMk cId="134977283" sldId="517"/>
        </pc:sldMkLst>
        <pc:spChg chg="add mod">
          <ac:chgData name="Batool Alarmouti" userId="7167cb9c-3efb-457b-88d8-3fb7fa2d7091" providerId="ADAL" clId="{1A720679-DF41-42ED-8FD0-B28FC36362DC}" dt="2025-10-25T04:35:10.069" v="717" actId="1076"/>
          <ac:spMkLst>
            <pc:docMk/>
            <pc:sldMk cId="134977283" sldId="517"/>
            <ac:spMk id="3" creationId="{E686C295-AED2-26A5-6D4A-81D01E513C09}"/>
          </ac:spMkLst>
        </pc:spChg>
        <pc:spChg chg="del">
          <ac:chgData name="Batool Alarmouti" userId="7167cb9c-3efb-457b-88d8-3fb7fa2d7091" providerId="ADAL" clId="{1A720679-DF41-42ED-8FD0-B28FC36362DC}" dt="2025-10-25T04:33:35.668" v="696" actId="478"/>
          <ac:spMkLst>
            <pc:docMk/>
            <pc:sldMk cId="134977283" sldId="517"/>
            <ac:spMk id="5" creationId="{991CF140-5C92-1DE9-9E53-BD976AC0E781}"/>
          </ac:spMkLst>
        </pc:spChg>
        <pc:spChg chg="add del mod">
          <ac:chgData name="Batool Alarmouti" userId="7167cb9c-3efb-457b-88d8-3fb7fa2d7091" providerId="ADAL" clId="{1A720679-DF41-42ED-8FD0-B28FC36362DC}" dt="2025-10-25T04:34:16.152" v="704" actId="478"/>
          <ac:spMkLst>
            <pc:docMk/>
            <pc:sldMk cId="134977283" sldId="517"/>
            <ac:spMk id="6" creationId="{C3EB340D-04D7-E713-F141-7165D35FEF88}"/>
          </ac:spMkLst>
        </pc:spChg>
        <pc:spChg chg="add mod">
          <ac:chgData name="Batool Alarmouti" userId="7167cb9c-3efb-457b-88d8-3fb7fa2d7091" providerId="ADAL" clId="{1A720679-DF41-42ED-8FD0-B28FC36362DC}" dt="2025-10-25T04:35:50.401" v="722" actId="20577"/>
          <ac:spMkLst>
            <pc:docMk/>
            <pc:sldMk cId="134977283" sldId="517"/>
            <ac:spMk id="7" creationId="{0CF74BBD-0D2D-D322-4051-35256F1DFE4C}"/>
          </ac:spMkLst>
        </pc:spChg>
        <pc:picChg chg="add mod">
          <ac:chgData name="Batool Alarmouti" userId="7167cb9c-3efb-457b-88d8-3fb7fa2d7091" providerId="ADAL" clId="{1A720679-DF41-42ED-8FD0-B28FC36362DC}" dt="2025-10-25T04:35:03.611" v="716" actId="1076"/>
          <ac:picMkLst>
            <pc:docMk/>
            <pc:sldMk cId="134977283" sldId="517"/>
            <ac:picMk id="4" creationId="{88F8093B-BDDA-6226-916E-D5C0DB55F647}"/>
          </ac:picMkLst>
        </pc:picChg>
      </pc:sldChg>
      <pc:sldChg chg="addSp delSp modSp add mod">
        <pc:chgData name="Batool Alarmouti" userId="7167cb9c-3efb-457b-88d8-3fb7fa2d7091" providerId="ADAL" clId="{1A720679-DF41-42ED-8FD0-B28FC36362DC}" dt="2025-10-25T04:38:41.314" v="746" actId="20577"/>
        <pc:sldMkLst>
          <pc:docMk/>
          <pc:sldMk cId="620177832" sldId="518"/>
        </pc:sldMkLst>
        <pc:spChg chg="add mod">
          <ac:chgData name="Batool Alarmouti" userId="7167cb9c-3efb-457b-88d8-3fb7fa2d7091" providerId="ADAL" clId="{1A720679-DF41-42ED-8FD0-B28FC36362DC}" dt="2025-10-25T04:38:41.314" v="746" actId="20577"/>
          <ac:spMkLst>
            <pc:docMk/>
            <pc:sldMk cId="620177832" sldId="518"/>
            <ac:spMk id="5" creationId="{19C50B99-4A43-E70A-3C75-45895CD80F64}"/>
          </ac:spMkLst>
        </pc:spChg>
        <pc:spChg chg="del mod">
          <ac:chgData name="Batool Alarmouti" userId="7167cb9c-3efb-457b-88d8-3fb7fa2d7091" providerId="ADAL" clId="{1A720679-DF41-42ED-8FD0-B28FC36362DC}" dt="2025-10-25T04:37:08.356" v="731" actId="478"/>
          <ac:spMkLst>
            <pc:docMk/>
            <pc:sldMk cId="620177832" sldId="518"/>
            <ac:spMk id="7" creationId="{38D8C336-008B-4387-72F9-2C305AA76CCA}"/>
          </ac:spMkLst>
        </pc:spChg>
      </pc:sldChg>
      <pc:sldChg chg="addSp delSp modSp add mod">
        <pc:chgData name="Batool Alarmouti" userId="7167cb9c-3efb-457b-88d8-3fb7fa2d7091" providerId="ADAL" clId="{1A720679-DF41-42ED-8FD0-B28FC36362DC}" dt="2025-10-25T04:40:15.120" v="759" actId="1076"/>
        <pc:sldMkLst>
          <pc:docMk/>
          <pc:sldMk cId="1578653891" sldId="519"/>
        </pc:sldMkLst>
        <pc:spChg chg="del">
          <ac:chgData name="Batool Alarmouti" userId="7167cb9c-3efb-457b-88d8-3fb7fa2d7091" providerId="ADAL" clId="{1A720679-DF41-42ED-8FD0-B28FC36362DC}" dt="2025-10-25T04:39:49.151" v="756" actId="478"/>
          <ac:spMkLst>
            <pc:docMk/>
            <pc:sldMk cId="1578653891" sldId="519"/>
            <ac:spMk id="3" creationId="{A3A22972-6963-E58D-7F99-AB328DD98248}"/>
          </ac:spMkLst>
        </pc:spChg>
        <pc:spChg chg="del">
          <ac:chgData name="Batool Alarmouti" userId="7167cb9c-3efb-457b-88d8-3fb7fa2d7091" providerId="ADAL" clId="{1A720679-DF41-42ED-8FD0-B28FC36362DC}" dt="2025-10-25T04:39:44.774" v="754" actId="478"/>
          <ac:spMkLst>
            <pc:docMk/>
            <pc:sldMk cId="1578653891" sldId="519"/>
            <ac:spMk id="5" creationId="{A070B330-1C61-C111-BA24-94A6C528BD1E}"/>
          </ac:spMkLst>
        </pc:spChg>
        <pc:picChg chg="del">
          <ac:chgData name="Batool Alarmouti" userId="7167cb9c-3efb-457b-88d8-3fb7fa2d7091" providerId="ADAL" clId="{1A720679-DF41-42ED-8FD0-B28FC36362DC}" dt="2025-10-25T04:39:46.343" v="755" actId="478"/>
          <ac:picMkLst>
            <pc:docMk/>
            <pc:sldMk cId="1578653891" sldId="519"/>
            <ac:picMk id="4" creationId="{8E1F2F60-615B-C6B9-6FCC-4AFC886E402C}"/>
          </ac:picMkLst>
        </pc:picChg>
        <pc:picChg chg="add mod">
          <ac:chgData name="Batool Alarmouti" userId="7167cb9c-3efb-457b-88d8-3fb7fa2d7091" providerId="ADAL" clId="{1A720679-DF41-42ED-8FD0-B28FC36362DC}" dt="2025-10-25T04:40:15.120" v="759" actId="1076"/>
          <ac:picMkLst>
            <pc:docMk/>
            <pc:sldMk cId="1578653891" sldId="519"/>
            <ac:picMk id="6" creationId="{DEEAC383-5E95-D7B7-B8B3-A2DBBD174D88}"/>
          </ac:picMkLst>
        </pc:picChg>
      </pc:sldChg>
      <pc:sldChg chg="addSp delSp modSp add mod">
        <pc:chgData name="Batool Alarmouti" userId="7167cb9c-3efb-457b-88d8-3fb7fa2d7091" providerId="ADAL" clId="{1A720679-DF41-42ED-8FD0-B28FC36362DC}" dt="2025-10-25T04:41:52.124" v="780" actId="1076"/>
        <pc:sldMkLst>
          <pc:docMk/>
          <pc:sldMk cId="1425323167" sldId="520"/>
        </pc:sldMkLst>
        <pc:spChg chg="add mod">
          <ac:chgData name="Batool Alarmouti" userId="7167cb9c-3efb-457b-88d8-3fb7fa2d7091" providerId="ADAL" clId="{1A720679-DF41-42ED-8FD0-B28FC36362DC}" dt="2025-10-25T04:41:00.407" v="768" actId="1076"/>
          <ac:spMkLst>
            <pc:docMk/>
            <pc:sldMk cId="1425323167" sldId="520"/>
            <ac:spMk id="5" creationId="{35C54AAB-40DC-FB95-5603-DD375CD915D6}"/>
          </ac:spMkLst>
        </pc:spChg>
        <pc:spChg chg="add mod">
          <ac:chgData name="Batool Alarmouti" userId="7167cb9c-3efb-457b-88d8-3fb7fa2d7091" providerId="ADAL" clId="{1A720679-DF41-42ED-8FD0-B28FC36362DC}" dt="2025-10-25T04:41:10" v="770" actId="1076"/>
          <ac:spMkLst>
            <pc:docMk/>
            <pc:sldMk cId="1425323167" sldId="520"/>
            <ac:spMk id="7" creationId="{C328994D-4DE7-0794-C9FE-55AAFB81950C}"/>
          </ac:spMkLst>
        </pc:spChg>
        <pc:spChg chg="add mod">
          <ac:chgData name="Batool Alarmouti" userId="7167cb9c-3efb-457b-88d8-3fb7fa2d7091" providerId="ADAL" clId="{1A720679-DF41-42ED-8FD0-B28FC36362DC}" dt="2025-10-25T04:41:21.519" v="773" actId="14100"/>
          <ac:spMkLst>
            <pc:docMk/>
            <pc:sldMk cId="1425323167" sldId="520"/>
            <ac:spMk id="8" creationId="{7E854C9B-87FC-D4E0-DD9E-3A66DC74D397}"/>
          </ac:spMkLst>
        </pc:spChg>
        <pc:spChg chg="add mod">
          <ac:chgData name="Batool Alarmouti" userId="7167cb9c-3efb-457b-88d8-3fb7fa2d7091" providerId="ADAL" clId="{1A720679-DF41-42ED-8FD0-B28FC36362DC}" dt="2025-10-25T04:41:33.302" v="775" actId="1076"/>
          <ac:spMkLst>
            <pc:docMk/>
            <pc:sldMk cId="1425323167" sldId="520"/>
            <ac:spMk id="9" creationId="{087F55E1-FFA3-178A-CAE2-2D12C7F248CA}"/>
          </ac:spMkLst>
        </pc:spChg>
        <pc:spChg chg="add mod">
          <ac:chgData name="Batool Alarmouti" userId="7167cb9c-3efb-457b-88d8-3fb7fa2d7091" providerId="ADAL" clId="{1A720679-DF41-42ED-8FD0-B28FC36362DC}" dt="2025-10-25T04:41:37.546" v="777" actId="1076"/>
          <ac:spMkLst>
            <pc:docMk/>
            <pc:sldMk cId="1425323167" sldId="520"/>
            <ac:spMk id="10" creationId="{A92F604E-9443-92A1-A8C5-DD2BFDA4BCB5}"/>
          </ac:spMkLst>
        </pc:spChg>
        <pc:spChg chg="add mod">
          <ac:chgData name="Batool Alarmouti" userId="7167cb9c-3efb-457b-88d8-3fb7fa2d7091" providerId="ADAL" clId="{1A720679-DF41-42ED-8FD0-B28FC36362DC}" dt="2025-10-25T04:41:52.124" v="780" actId="1076"/>
          <ac:spMkLst>
            <pc:docMk/>
            <pc:sldMk cId="1425323167" sldId="520"/>
            <ac:spMk id="11" creationId="{10203B5B-5AC0-B447-FE2A-B1ACE902BFFB}"/>
          </ac:spMkLst>
        </pc:spChg>
        <pc:picChg chg="add mod">
          <ac:chgData name="Batool Alarmouti" userId="7167cb9c-3efb-457b-88d8-3fb7fa2d7091" providerId="ADAL" clId="{1A720679-DF41-42ED-8FD0-B28FC36362DC}" dt="2025-10-25T04:41:49.005" v="779" actId="1076"/>
          <ac:picMkLst>
            <pc:docMk/>
            <pc:sldMk cId="1425323167" sldId="520"/>
            <ac:picMk id="3" creationId="{8D70A5F4-D1EE-824B-24E2-F5B5636187A3}"/>
          </ac:picMkLst>
        </pc:picChg>
        <pc:picChg chg="add mod">
          <ac:chgData name="Batool Alarmouti" userId="7167cb9c-3efb-457b-88d8-3fb7fa2d7091" providerId="ADAL" clId="{1A720679-DF41-42ED-8FD0-B28FC36362DC}" dt="2025-10-25T04:40:49.922" v="766"/>
          <ac:picMkLst>
            <pc:docMk/>
            <pc:sldMk cId="1425323167" sldId="520"/>
            <ac:picMk id="4" creationId="{BECCD0AB-29AF-0568-3A2F-61114564E6D3}"/>
          </ac:picMkLst>
        </pc:picChg>
        <pc:picChg chg="del">
          <ac:chgData name="Batool Alarmouti" userId="7167cb9c-3efb-457b-88d8-3fb7fa2d7091" providerId="ADAL" clId="{1A720679-DF41-42ED-8FD0-B28FC36362DC}" dt="2025-10-25T04:40:38.739" v="763" actId="478"/>
          <ac:picMkLst>
            <pc:docMk/>
            <pc:sldMk cId="1425323167" sldId="520"/>
            <ac:picMk id="6" creationId="{F688737F-FB04-3914-A9B4-59B4C2D21D31}"/>
          </ac:picMkLst>
        </pc:picChg>
      </pc:sldChg>
      <pc:sldChg chg="addSp delSp modSp add mod ord">
        <pc:chgData name="Batool Alarmouti" userId="7167cb9c-3efb-457b-88d8-3fb7fa2d7091" providerId="ADAL" clId="{1A720679-DF41-42ED-8FD0-B28FC36362DC}" dt="2025-10-25T04:42:31.097" v="790" actId="1076"/>
        <pc:sldMkLst>
          <pc:docMk/>
          <pc:sldMk cId="2975734041" sldId="521"/>
        </pc:sldMkLst>
        <pc:spChg chg="add mod">
          <ac:chgData name="Batool Alarmouti" userId="7167cb9c-3efb-457b-88d8-3fb7fa2d7091" providerId="ADAL" clId="{1A720679-DF41-42ED-8FD0-B28FC36362DC}" dt="2025-10-25T04:42:31.097" v="790" actId="1076"/>
          <ac:spMkLst>
            <pc:docMk/>
            <pc:sldMk cId="2975734041" sldId="521"/>
            <ac:spMk id="4" creationId="{E5C1F54D-C3F5-1B5C-422B-37D9CB563979}"/>
          </ac:spMkLst>
        </pc:spChg>
        <pc:picChg chg="add mod">
          <ac:chgData name="Batool Alarmouti" userId="7167cb9c-3efb-457b-88d8-3fb7fa2d7091" providerId="ADAL" clId="{1A720679-DF41-42ED-8FD0-B28FC36362DC}" dt="2025-10-25T04:42:21.698" v="788"/>
          <ac:picMkLst>
            <pc:docMk/>
            <pc:sldMk cId="2975734041" sldId="521"/>
            <ac:picMk id="3" creationId="{BF68EFB6-CF54-A554-7F00-3E34B92595A2}"/>
          </ac:picMkLst>
        </pc:picChg>
        <pc:picChg chg="del">
          <ac:chgData name="Batool Alarmouti" userId="7167cb9c-3efb-457b-88d8-3fb7fa2d7091" providerId="ADAL" clId="{1A720679-DF41-42ED-8FD0-B28FC36362DC}" dt="2025-10-25T04:42:12.597" v="787" actId="478"/>
          <ac:picMkLst>
            <pc:docMk/>
            <pc:sldMk cId="2975734041" sldId="521"/>
            <ac:picMk id="6" creationId="{A1625DE4-EDF0-565E-C726-6D4C10AF2B3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B1572-5423-6742-A602-0CCDD7219323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E5300-3513-AB41-82C9-BD16C102EE38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6984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7D0A5-3085-AC31-5F02-3B44BDE8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CE8961-09C9-2C9D-B2CC-E5A93ACA32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80593-C41A-BEDD-E389-3571EA785AD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11099BE-DDAF-3CED-BEA6-50A402E1D2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7FF878C-F31D-C0B6-6854-09806B7B1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AD75B-86AE-78ED-67EF-05CE47AC94A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1E6D-0011-CF61-1C0C-4130D0CEC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24933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BCDFB-9BA1-0822-B550-E5CB07E35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03AA34-A373-88CD-67DC-DC80BB64AA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D19E2-C773-4567-D691-8142EC38DD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1E54DE7-A9C6-D401-D8A8-8F540D45FF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97B87E-F041-9D5B-5BE1-03E933450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586FE-7B5D-6000-7530-82B0470DA1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F053-8905-56AE-231E-51517704B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42086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CB78-60FB-33A1-77B3-38BEA55D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E6EE31-E8FA-DA82-C3F0-3F5B9E777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7ADBB-6886-B5B5-69BD-E2835504473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96249FE-8CD0-C327-76A4-8F52C20F18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217197B-FFB4-3A4D-7488-06D657E438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38DF4-AF7D-9E9E-DA4D-B2E858CC09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26279-4D4E-1FA8-70BB-9960A390B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06460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4AE3-B3FF-FDF4-81B2-75A5442E6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E278BA-4B9E-1A71-712B-2095C11DA2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315E43-4AD2-3901-BC89-96028AB56E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55A810-5247-53F4-D853-25BA4A9B1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87D425B-821B-31B9-2FE4-170A1A5D3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90482-A3B9-B5AB-88D7-C50223504A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ABC53-4462-F638-6470-4660B3CE4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09516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A75CB-A40F-C6B7-F49D-44ADDB29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637BC-2C5A-5DA7-6311-C9728582C5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0EFD2-3330-77F2-9FF3-D2C80E7A28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08E405A-399A-0184-7423-14BCBC15E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3ECB17B-C0CB-F845-70C7-7175291E7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AE0DF-2E8A-3CC5-CD86-5CA753D352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E02AC-4DC8-D3C5-B0C1-B96BBE5DE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39554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F4DF-F3AB-714B-0119-BBD191FA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03A153-00A5-164B-2DAF-8A8F91AAB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A69AB-07D2-190F-809A-BF4787FA8FE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5726239-EEE0-8226-36CD-A80C54DC5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6F491A-5990-7335-7810-755C0E672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in this slide show students how to represent data in case we have multiple inputs and multiple outputs.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79E58-5CFC-A5CC-A3C6-1C6657930D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4FFE3-0C55-6223-264C-0C8EEE7A0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512360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1DE4-B15B-BEA3-EC27-1AF49D7CB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7B1984-DF52-3603-E641-3EA65E3936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33A68-0940-04B0-0E8F-6535B69E84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443BE1F-E3B1-5DFE-5BC5-D039A973E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54FF257-5E91-0DE5-6BD2-D81386A5D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564A0-221A-6F92-2A52-B056DBB29A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2F798-05A1-6BAC-AFA8-D36B2975F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12203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0841C-DB56-CB9E-73E3-E0005F7C6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B1BD76-0894-3344-76ED-2985BD2680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E5F19-5404-2056-D765-D9E5E9F89B4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5F14711-1F53-54A2-CBCA-A861761F88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5781F36-429E-3D88-B2E3-1647C8B9A3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A346E-0A51-9AD6-B7EF-97E3EFA361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FA8A5-3A66-82CC-EF5D-8B5EE89E9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49892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797D7-7A4F-DDBA-8873-154A70CE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450100-30C7-2D2F-7015-466514D88A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53165-155C-0C97-AF0D-F01B895851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54C1867-7A26-9C0E-FE69-05772D02C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C4F4B2-07D6-6320-307A-0B37B340A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EF726-CC72-121C-578A-E303F5B1CA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932B3F-FBCC-9DC4-73EE-B113E292C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38672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68C97-BCCB-3F0C-4546-0C8DE454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E41C11-F488-FBAA-29F2-45ED48422C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47082-D2B3-4A49-F6A0-150A438856D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BD5D95A-2CF7-5FFC-234D-BD9E2B19B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C38F640-6D85-E52C-4717-493DEAF68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AE243-D507-53B9-C18F-286BD7F465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17E06-4BC4-EFD4-5BD4-E859351C69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82728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B9B67-35EA-4324-2B75-667F62BC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F00B68-CC9D-A681-43E8-62027D5D2F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9A163E-6A7D-344B-96EE-69F16CCEE8C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CFAAB3B-47E8-6F77-2B19-A3F4A218D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427C0A7-F2C3-DFE3-1C69-B3E213C3D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0691C-5C27-3D13-784B-12E845EBC5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EB8AE-0900-ECDC-0C30-55225A100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3838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at the end of feature selection only a subset composed of a unique features, which is considered to be the most information of the whole set.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calculate low, high, of stocks prices each day from raw data.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098E-EC94-AE61-BF7C-3EEEE43AF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DA240-0C71-56D6-564D-01271BCBE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E19E1-56B4-F798-BBA5-1CDD9BFCB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2EA58-DC00-EFBF-F129-47ACD46B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80680-EED6-C069-BBD7-E0CD294B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5302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5793-F3F6-6283-E84D-6E3065EC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ADE20-F9D9-C0CE-5DA4-538E11D01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E4868-EB4F-8745-FCE5-A8273E55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7610D-25B9-988B-666E-07F7B7DC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718-C26E-AE5E-AF39-E247D6AA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16695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6AF2-2B4F-1153-3727-36E5A5E8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C8563-AB51-6DB0-B919-E63A2824E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01AD9-EEE6-4D9D-34CD-B7206267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B5F71-2F0B-91D4-8CAA-2FA3CE8F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A1050-8D55-62B9-7781-1C604A85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2797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ABB80-5A77-F39B-FFD8-68E6699BF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1C9EF-377B-FA93-A416-609C7ACE1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30FE5D-AC2A-8FFA-21C4-46E0EC950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7AB2C-A9DF-C54E-D63B-F5F9B205C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3423C-F16A-F28C-54E3-D5F5318F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5C0C0-248F-4F1A-59F7-538F0484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421081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4F35-4DB8-851C-7F79-72A458C9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E068F-6285-DA99-7180-F693FFAB8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8DAD7-84B8-3550-B87C-963A62870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B947A-7FF7-4F1C-14F0-02D055C55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EA860B-D4CB-928F-20AB-FB80731BB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CDB54C-1CCB-0EC8-343E-AF2984C0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E21D27-75CA-285C-2154-98ADB122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837E1-CF02-8C0E-DF0F-625CC5F2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28383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322D6-C41C-1808-D7E4-85F17B83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8E788-AEDA-DA4B-371F-9A2CA9443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D07B1-6795-115D-90A3-EDD340DA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011BE-225E-434B-DA99-1E4E5211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894540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40DBF7-2B8E-4C79-218D-9150565E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520FC7-A028-3E2E-B708-28749EA18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F02EC-CB8D-D709-B75E-D7C1FDFD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76417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A005A-5ADC-D424-3EF6-FF9ECF7F5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5A749-2B1C-7C2F-C414-82BF4068A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68850-B81C-0C4D-ADFE-BCD5B5020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886E7-A7BB-242A-6742-F93BD82B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C2650-9A75-AE0F-6E04-0FEF4331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B98C0-1D55-C63F-23A7-860EB680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59846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2040-6AAB-483A-F137-07D3CAAED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EBB770-2FD0-D153-C199-E9E2956C7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393E2-2011-6688-9764-338E87531D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3194C-673D-EACE-323F-B39D923F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EA5F0-17D4-A266-0FA7-788D3703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499BB-9E40-2153-11F1-AF588D401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323565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F840F-5787-1E30-D2A6-B5442A14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DCBF2-1ECB-E63B-87E0-5D49DA4FA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028D0-648E-E52C-9985-2D31503F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439F8-DD7D-8411-FA10-A1EC4577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9DEB8-09FE-2627-7A63-0F72522B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59381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C5B7C-A6A7-F3BC-E519-483819906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D02DF-3B28-AD58-26F9-0B90BF415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68A3-E73F-4DFF-9F4B-604BA578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9F078-D13E-CC1E-1A09-1E0E7352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B745D-2801-2D22-7E6D-A4B6BC02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2931439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88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48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38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56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53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737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36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634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51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525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03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3E237D-F857-A910-B3F7-423B2F7EC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7F2A38-ECF1-13E0-21CC-A75D03BB8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AA18C-DEE3-E8D6-B889-96EE61D5D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0E40C-DD2C-8241-BF67-3E34CC774208}" type="datetimeFigureOut">
              <a:rPr lang="en-JO" smtClean="0"/>
              <a:t>13/03/2026</a:t>
            </a:fld>
            <a:endParaRPr lang="en-J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1A4D6-60E7-E8B9-C971-685EA2831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EAD8E-723C-BB2B-4A16-7DED51E45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D3CE5-D654-184B-86C8-53340A2885C6}" type="slidenum">
              <a:rPr lang="en-JO" smtClean="0"/>
              <a:t>‹#›</a:t>
            </a:fld>
            <a:endParaRPr lang="en-JO"/>
          </a:p>
        </p:txBody>
      </p:sp>
    </p:spTree>
    <p:extLst>
      <p:ext uri="{BB962C8B-B14F-4D97-AF65-F5344CB8AC3E}">
        <p14:creationId xmlns:p14="http://schemas.microsoft.com/office/powerpoint/2010/main" val="15154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6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6.png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eature_(machine_learning)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eb.cs.ucla.edu/~yzsun/classes/2013Spring_CS6220/slides/03Preprocessing.pdf?utm_source=chatgpt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www.ibm.com/topics/natural-language-processing" TargetMode="External"/><Relationship Id="rId5" Type="http://schemas.openxmlformats.org/officeDocument/2006/relationships/image" Target="../media/image21.svg"/><Relationship Id="rId10" Type="http://schemas.openxmlformats.org/officeDocument/2006/relationships/hyperlink" Target="https://livebook.manning.com/concept/r/feature-space" TargetMode="External"/><Relationship Id="rId4" Type="http://schemas.openxmlformats.org/officeDocument/2006/relationships/image" Target="../media/image7.png"/><Relationship Id="rId9" Type="http://schemas.openxmlformats.org/officeDocument/2006/relationships/hyperlink" Target="https://dataorigami.net/2014/06/06/Feature-Space-in-Machine-Learning.html#:~:text=Feature%20space%20refers%20to%20the,Targ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/>
          <p:cNvSpPr/>
          <p:nvPr/>
        </p:nvSpPr>
        <p:spPr>
          <a:xfrm>
            <a:off x="10001080" y="4457141"/>
            <a:ext cx="2190921" cy="2577940"/>
          </a:xfrm>
          <a:custGeom>
            <a:avLst/>
            <a:gdLst/>
            <a:ahLst/>
            <a:cxnLst/>
            <a:rect l="l" t="t" r="r" b="b"/>
            <a:pathLst>
              <a:path w="3286381" h="3866910">
                <a:moveTo>
                  <a:pt x="0" y="0"/>
                </a:moveTo>
                <a:lnTo>
                  <a:pt x="3286381" y="0"/>
                </a:lnTo>
                <a:lnTo>
                  <a:pt x="3286381" y="3866910"/>
                </a:lnTo>
                <a:lnTo>
                  <a:pt x="0" y="3866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/>
          <p:cNvSpPr/>
          <p:nvPr/>
        </p:nvSpPr>
        <p:spPr>
          <a:xfrm>
            <a:off x="2007642" y="2719614"/>
            <a:ext cx="2235708" cy="2743200"/>
          </a:xfrm>
          <a:custGeom>
            <a:avLst/>
            <a:gdLst/>
            <a:ahLst/>
            <a:cxnLst/>
            <a:rect l="l" t="t" r="r" b="b"/>
            <a:pathLst>
              <a:path w="3353562" h="4114800">
                <a:moveTo>
                  <a:pt x="0" y="0"/>
                </a:moveTo>
                <a:lnTo>
                  <a:pt x="3353562" y="0"/>
                </a:lnTo>
                <a:lnTo>
                  <a:pt x="33535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Freeform 5"/>
          <p:cNvSpPr/>
          <p:nvPr/>
        </p:nvSpPr>
        <p:spPr>
          <a:xfrm>
            <a:off x="1943852" y="1156383"/>
            <a:ext cx="2299497" cy="3204875"/>
          </a:xfrm>
          <a:custGeom>
            <a:avLst/>
            <a:gdLst/>
            <a:ahLst/>
            <a:cxnLst/>
            <a:rect l="l" t="t" r="r" b="b"/>
            <a:pathLst>
              <a:path w="3449246" h="4807312">
                <a:moveTo>
                  <a:pt x="0" y="0"/>
                </a:moveTo>
                <a:lnTo>
                  <a:pt x="3449247" y="0"/>
                </a:lnTo>
                <a:lnTo>
                  <a:pt x="3449247" y="4807312"/>
                </a:lnTo>
                <a:lnTo>
                  <a:pt x="0" y="48073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Freeform 6"/>
          <p:cNvSpPr/>
          <p:nvPr/>
        </p:nvSpPr>
        <p:spPr>
          <a:xfrm>
            <a:off x="-1394257" y="2031131"/>
            <a:ext cx="2788513" cy="2743200"/>
          </a:xfrm>
          <a:custGeom>
            <a:avLst/>
            <a:gdLst/>
            <a:ahLst/>
            <a:cxnLst/>
            <a:rect l="l" t="t" r="r" b="b"/>
            <a:pathLst>
              <a:path w="4182770" h="4114800">
                <a:moveTo>
                  <a:pt x="0" y="0"/>
                </a:moveTo>
                <a:lnTo>
                  <a:pt x="4182770" y="0"/>
                </a:lnTo>
                <a:lnTo>
                  <a:pt x="4182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" name="TextBox 9"/>
          <p:cNvSpPr txBox="1"/>
          <p:nvPr/>
        </p:nvSpPr>
        <p:spPr>
          <a:xfrm>
            <a:off x="4978400" y="2534411"/>
            <a:ext cx="5701353" cy="54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67"/>
              </a:lnSpc>
            </a:pPr>
            <a:r>
              <a:rPr lang="en-US" sz="3334" dirty="0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How To Represent Data?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001080" y="-474555"/>
            <a:ext cx="2190921" cy="2577940"/>
          </a:xfrm>
          <a:custGeom>
            <a:avLst/>
            <a:gdLst/>
            <a:ahLst/>
            <a:cxnLst/>
            <a:rect l="l" t="t" r="r" b="b"/>
            <a:pathLst>
              <a:path w="3286381" h="3866910">
                <a:moveTo>
                  <a:pt x="0" y="0"/>
                </a:moveTo>
                <a:lnTo>
                  <a:pt x="3286381" y="0"/>
                </a:lnTo>
                <a:lnTo>
                  <a:pt x="3286381" y="3866909"/>
                </a:lnTo>
                <a:lnTo>
                  <a:pt x="0" y="3866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1" name="Freeform 11"/>
          <p:cNvSpPr/>
          <p:nvPr/>
        </p:nvSpPr>
        <p:spPr>
          <a:xfrm>
            <a:off x="0" y="0"/>
            <a:ext cx="2069444" cy="1181800"/>
          </a:xfrm>
          <a:custGeom>
            <a:avLst/>
            <a:gdLst/>
            <a:ahLst/>
            <a:cxnLst/>
            <a:rect l="l" t="t" r="r" b="b"/>
            <a:pathLst>
              <a:path w="3104166" h="1772700">
                <a:moveTo>
                  <a:pt x="0" y="0"/>
                </a:moveTo>
                <a:lnTo>
                  <a:pt x="3104166" y="0"/>
                </a:lnTo>
                <a:lnTo>
                  <a:pt x="3104166" y="1772700"/>
                </a:lnTo>
                <a:lnTo>
                  <a:pt x="0" y="1772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42919" b="-32189"/>
            </a:stretch>
          </a:blipFill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ED70CE-1EE0-F256-B699-219E46B54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DD52323-BAB1-50EE-7110-DFEC9274159B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4E450-771C-B9C0-7F29-3DE106F7F927}"/>
              </a:ext>
            </a:extLst>
          </p:cNvPr>
          <p:cNvSpPr txBox="1"/>
          <p:nvPr/>
        </p:nvSpPr>
        <p:spPr>
          <a:xfrm>
            <a:off x="111483" y="2914306"/>
            <a:ext cx="790901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44698" marR="0" lvl="1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How Do we Collect Data?</a:t>
            </a:r>
          </a:p>
        </p:txBody>
      </p:sp>
    </p:spTree>
    <p:extLst>
      <p:ext uri="{BB962C8B-B14F-4D97-AF65-F5344CB8AC3E}">
        <p14:creationId xmlns:p14="http://schemas.microsoft.com/office/powerpoint/2010/main" val="304281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7CDEDF-29FC-2782-6F0D-7EAC0537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277D4D-57CF-34CE-44B1-5FBAFCD26088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C303737-C38F-1EA1-36B6-226C87796B26}"/>
              </a:ext>
            </a:extLst>
          </p:cNvPr>
          <p:cNvSpPr txBox="1"/>
          <p:nvPr/>
        </p:nvSpPr>
        <p:spPr>
          <a:xfrm>
            <a:off x="623132" y="615950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7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24" b="0" i="0" u="none" strike="noStrike" kern="1200" cap="none" spc="0" normalizeH="0" baseline="0" noProof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Mokoto"/>
                <a:ea typeface="Mokoto"/>
                <a:cs typeface="Mokoto"/>
                <a:sym typeface="Mokoto"/>
              </a:rPr>
              <a:t>DATA SOURCES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298F266-8B50-CBD1-E363-D28A89B1AB0E}"/>
              </a:ext>
            </a:extLst>
          </p:cNvPr>
          <p:cNvSpPr txBox="1"/>
          <p:nvPr/>
        </p:nvSpPr>
        <p:spPr>
          <a:xfrm>
            <a:off x="930190" y="2095599"/>
            <a:ext cx="7909010" cy="2436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Primary: data collected by hand. </a:t>
            </a:r>
          </a:p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Secondary: data collected by others.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Examples:</a:t>
            </a:r>
          </a:p>
          <a:p>
            <a:pPr marL="1435995" lvl="3" indent="-326265" defTabSz="609630">
              <a:lnSpc>
                <a:spcPts val="3173"/>
              </a:lnSpc>
              <a:buFont typeface="Arial"/>
              <a:buChar char="⚬"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https://www.kaggle.com</a:t>
            </a:r>
          </a:p>
          <a:p>
            <a:pPr marL="1435995" lvl="3" indent="-326265" defTabSz="609630">
              <a:lnSpc>
                <a:spcPts val="3173"/>
              </a:lnSpc>
              <a:buFont typeface="Arial"/>
              <a:buChar char="⚬"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https://datasetsearch.research.google.com</a:t>
            </a:r>
          </a:p>
          <a:p>
            <a:pPr marL="1435995" lvl="3" indent="-326265" defTabSz="609630">
              <a:lnSpc>
                <a:spcPts val="3173"/>
              </a:lnSpc>
              <a:buFont typeface="Arial"/>
              <a:buChar char="⚬"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https://archive.ics.uci.edu/datasets</a:t>
            </a:r>
          </a:p>
        </p:txBody>
      </p:sp>
    </p:spTree>
    <p:extLst>
      <p:ext uri="{BB962C8B-B14F-4D97-AF65-F5344CB8AC3E}">
        <p14:creationId xmlns:p14="http://schemas.microsoft.com/office/powerpoint/2010/main" val="116502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EC514-78FF-C395-92AD-221029F12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32C65D-0ECF-C058-AA4F-408E141770A5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5CA625C-8950-0B15-7AFE-6CDE75832B37}"/>
              </a:ext>
            </a:extLst>
          </p:cNvPr>
          <p:cNvSpPr txBox="1"/>
          <p:nvPr/>
        </p:nvSpPr>
        <p:spPr>
          <a:xfrm>
            <a:off x="623132" y="615950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7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24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Mokoto"/>
                <a:ea typeface="Mokoto"/>
                <a:cs typeface="Mokoto"/>
                <a:sym typeface="Mokoto"/>
              </a:rPr>
              <a:t>Data Quality: Why Preprocess the Data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17E9F02-0B22-DF9B-D553-69C9A77A0262}"/>
              </a:ext>
            </a:extLst>
          </p:cNvPr>
          <p:cNvSpPr txBox="1"/>
          <p:nvPr/>
        </p:nvSpPr>
        <p:spPr>
          <a:xfrm>
            <a:off x="930190" y="2095599"/>
            <a:ext cx="7909010" cy="32464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Measures for data quality: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Accuracy: correct or wrong, accurate or not.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Completeness: not recorded, 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unavailable</a:t>
            </a: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Consistency: some modified but some not, dangling.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Timeliness: timely update?.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Believability: how trustable the data are correct.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Interpretability: how easily the data can be understood.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endParaRPr kumimoji="0" lang="en-US" sz="2266" b="0" i="0" u="none" strike="noStrike" kern="1200" cap="none" spc="0" normalizeH="0" baseline="0" noProof="0" dirty="0">
              <a:ln>
                <a:noFill/>
              </a:ln>
              <a:solidFill>
                <a:srgbClr val="92DCE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197552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2C73D-B5AF-3196-0A0E-624BD0FF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1D83CD-4E9F-CEB6-92EF-A12E9881D0D6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8218EC9-88F3-D46E-4387-317B19806A4C}"/>
              </a:ext>
            </a:extLst>
          </p:cNvPr>
          <p:cNvSpPr txBox="1"/>
          <p:nvPr/>
        </p:nvSpPr>
        <p:spPr>
          <a:xfrm>
            <a:off x="623132" y="615950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7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24" dirty="0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Preprocessing Tasks</a:t>
            </a:r>
            <a:endParaRPr kumimoji="0" lang="en-US" sz="3424" b="0" i="0" u="none" strike="noStrike" kern="1200" cap="none" spc="0" normalizeH="0" baseline="0" noProof="0" dirty="0">
              <a:ln>
                <a:noFill/>
              </a:ln>
              <a:solidFill>
                <a:srgbClr val="92DCEF"/>
              </a:solidFill>
              <a:effectLst/>
              <a:uLnTx/>
              <a:uFillTx/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2BC0E6-DE9D-4411-84DB-4CA110BC9492}"/>
              </a:ext>
            </a:extLst>
          </p:cNvPr>
          <p:cNvSpPr txBox="1"/>
          <p:nvPr/>
        </p:nvSpPr>
        <p:spPr>
          <a:xfrm>
            <a:off x="1270430" y="1559690"/>
            <a:ext cx="11084601" cy="529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Data Cleaning.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Fill in missing values, smooth noisy data, identify or remove outliers, and resolve inconsistencies.  </a:t>
            </a:r>
          </a:p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Data Integration.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Integration of multiple datasets or files.</a:t>
            </a:r>
          </a:p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Data Reduction.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Dimensionality reduction.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Numerosity reduction.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Data Compression.</a:t>
            </a:r>
            <a:endParaRPr kumimoji="0" lang="en-US" sz="2266" b="0" i="0" u="none" strike="noStrike" kern="1200" cap="none" spc="0" normalizeH="0" baseline="0" noProof="0" dirty="0">
              <a:ln>
                <a:noFill/>
              </a:ln>
              <a:solidFill>
                <a:srgbClr val="92DCE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Data Transformation and Data Discretization.</a:t>
            </a:r>
          </a:p>
          <a:p>
            <a:pPr marL="946597" lvl="2" indent="-244699" defTabSz="609630">
              <a:lnSpc>
                <a:spcPts val="3173"/>
              </a:lnSpc>
              <a:buFont typeface="Arial"/>
              <a:buChar char="•"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Normalization.</a:t>
            </a:r>
          </a:p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266" b="0" i="0" u="none" strike="noStrike" kern="1200" cap="none" spc="0" normalizeH="0" baseline="0" noProof="0" dirty="0">
              <a:ln>
                <a:noFill/>
              </a:ln>
              <a:solidFill>
                <a:srgbClr val="92DCE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  <a:p>
            <a:pPr marL="489397" marR="0" lvl="1" indent="-244699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2266" b="0" i="0" u="none" strike="noStrike" kern="1200" cap="none" spc="0" normalizeH="0" baseline="0" noProof="0" dirty="0">
              <a:ln>
                <a:noFill/>
              </a:ln>
              <a:solidFill>
                <a:srgbClr val="92DCEF"/>
              </a:solidFill>
              <a:effectLst/>
              <a:uLnTx/>
              <a:uFillTx/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303893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E368DF-0450-23E3-1D28-05F2E478F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686" y="-27214"/>
            <a:ext cx="9048240" cy="674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8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C3425-539C-0A4E-F337-241ABD3A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512837-7CD2-A964-5A99-C5B15E7A30B1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51E090-82DE-7227-225B-4FF86CFFA5DA}"/>
              </a:ext>
            </a:extLst>
          </p:cNvPr>
          <p:cNvSpPr txBox="1"/>
          <p:nvPr/>
        </p:nvSpPr>
        <p:spPr>
          <a:xfrm>
            <a:off x="111483" y="2914306"/>
            <a:ext cx="790901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44698" marR="0" lvl="1" algn="l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How To Represent Dataset?</a:t>
            </a:r>
          </a:p>
        </p:txBody>
      </p:sp>
    </p:spTree>
    <p:extLst>
      <p:ext uri="{BB962C8B-B14F-4D97-AF65-F5344CB8AC3E}">
        <p14:creationId xmlns:p14="http://schemas.microsoft.com/office/powerpoint/2010/main" val="132801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484B8-9ECE-DEA9-9424-C6414A88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EF8E36-0F73-15F2-A1A4-F0857D910A1D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DB31F89-FB41-841B-FD16-74AE5682AAB6}"/>
              </a:ext>
            </a:extLst>
          </p:cNvPr>
          <p:cNvGraphicFramePr>
            <a:graphicFrameLocks noGrp="1"/>
          </p:cNvGraphicFramePr>
          <p:nvPr/>
        </p:nvGraphicFramePr>
        <p:xfrm>
          <a:off x="2370190" y="2250610"/>
          <a:ext cx="8036753" cy="3825622"/>
        </p:xfrm>
        <a:graphic>
          <a:graphicData uri="http://schemas.openxmlformats.org/drawingml/2006/table">
            <a:tbl>
              <a:tblPr/>
              <a:tblGrid>
                <a:gridCol w="195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9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4728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Temperature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Humidity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Wind Speed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C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Weather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11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70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Foggy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11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59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Rainy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611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35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lang="en-US" sz="70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Sunny</a:t>
                      </a:r>
                      <a:endParaRPr lang="en-US" sz="700" dirty="0"/>
                    </a:p>
                  </a:txBody>
                  <a:tcPr marL="127000" marR="127000" marT="127000" marB="1270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>
            <a:extLst>
              <a:ext uri="{FF2B5EF4-FFF2-40B4-BE49-F238E27FC236}">
                <a16:creationId xmlns:a16="http://schemas.microsoft.com/office/drawing/2014/main" id="{6E23DF7C-2DE4-B998-6CF1-CAFA94BE26C1}"/>
              </a:ext>
            </a:extLst>
          </p:cNvPr>
          <p:cNvSpPr txBox="1"/>
          <p:nvPr/>
        </p:nvSpPr>
        <p:spPr>
          <a:xfrm>
            <a:off x="623132" y="615950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7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24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Mokoto"/>
                <a:ea typeface="Mokoto"/>
                <a:cs typeface="Mokoto"/>
                <a:sym typeface="Mokoto"/>
              </a:rPr>
              <a:t>DATASET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8C76B18-F02A-ABF5-0442-78250C3321DB}"/>
              </a:ext>
            </a:extLst>
          </p:cNvPr>
          <p:cNvSpPr txBox="1"/>
          <p:nvPr/>
        </p:nvSpPr>
        <p:spPr>
          <a:xfrm>
            <a:off x="4791088" y="1267842"/>
            <a:ext cx="1558912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Features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91F9AC3-CCAA-F639-068F-F34ED0C2AE54}"/>
              </a:ext>
            </a:extLst>
          </p:cNvPr>
          <p:cNvSpPr txBox="1"/>
          <p:nvPr/>
        </p:nvSpPr>
        <p:spPr>
          <a:xfrm>
            <a:off x="9042950" y="1378054"/>
            <a:ext cx="863050" cy="384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6" b="0" i="0" u="none" strike="noStrike" kern="1200" cap="none" spc="0" normalizeH="0" baseline="0" noProof="0" dirty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label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DF73EEB-B23B-96D2-E393-04E5D5B080D5}"/>
              </a:ext>
            </a:extLst>
          </p:cNvPr>
          <p:cNvGrpSpPr/>
          <p:nvPr/>
        </p:nvGrpSpPr>
        <p:grpSpPr>
          <a:xfrm>
            <a:off x="3216573" y="1764981"/>
            <a:ext cx="4353560" cy="229100"/>
            <a:chOff x="0" y="0"/>
            <a:chExt cx="8707120" cy="458200"/>
          </a:xfrm>
        </p:grpSpPr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B17D3955-F55B-091F-73B7-5F2BCD7799E7}"/>
                </a:ext>
              </a:extLst>
            </p:cNvPr>
            <p:cNvSpPr/>
            <p:nvPr/>
          </p:nvSpPr>
          <p:spPr>
            <a:xfrm>
              <a:off x="50800" y="25400"/>
              <a:ext cx="8656320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80707C33-9095-D5C0-F0FC-6AF8764C02C4}"/>
                </a:ext>
              </a:extLst>
            </p:cNvPr>
            <p:cNvSpPr/>
            <p:nvPr/>
          </p:nvSpPr>
          <p:spPr>
            <a:xfrm>
              <a:off x="25400" y="0"/>
              <a:ext cx="0" cy="4582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9B74E5A9-9AB8-A026-E3F5-139BDF5A7A13}"/>
                </a:ext>
              </a:extLst>
            </p:cNvPr>
            <p:cNvSpPr/>
            <p:nvPr/>
          </p:nvSpPr>
          <p:spPr>
            <a:xfrm>
              <a:off x="8681720" y="0"/>
              <a:ext cx="0" cy="45820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 marL="0" marR="0" lvl="0" indent="0" algn="l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" name="AutoShape 11">
            <a:extLst>
              <a:ext uri="{FF2B5EF4-FFF2-40B4-BE49-F238E27FC236}">
                <a16:creationId xmlns:a16="http://schemas.microsoft.com/office/drawing/2014/main" id="{C66A620F-B922-0685-404E-5E1D1A317B7C}"/>
              </a:ext>
            </a:extLst>
          </p:cNvPr>
          <p:cNvSpPr/>
          <p:nvPr/>
        </p:nvSpPr>
        <p:spPr>
          <a:xfrm>
            <a:off x="8669263" y="1790381"/>
            <a:ext cx="142176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473723B7-BA0B-0513-2083-FF40D3762842}"/>
              </a:ext>
            </a:extLst>
          </p:cNvPr>
          <p:cNvSpPr/>
          <p:nvPr/>
        </p:nvSpPr>
        <p:spPr>
          <a:xfrm>
            <a:off x="10091027" y="1777681"/>
            <a:ext cx="0" cy="22910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DF7D0224-A8B8-9AC1-DA20-D44BB9F874A8}"/>
              </a:ext>
            </a:extLst>
          </p:cNvPr>
          <p:cNvSpPr/>
          <p:nvPr/>
        </p:nvSpPr>
        <p:spPr>
          <a:xfrm>
            <a:off x="8681963" y="1790381"/>
            <a:ext cx="0" cy="22910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721E79EF-D162-CF88-2F0D-753E07F873DF}"/>
              </a:ext>
            </a:extLst>
          </p:cNvPr>
          <p:cNvSpPr/>
          <p:nvPr/>
        </p:nvSpPr>
        <p:spPr>
          <a:xfrm>
            <a:off x="2041631" y="3886013"/>
            <a:ext cx="23196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145B342-F306-A3DC-3E4C-3C76C0DF7458}"/>
              </a:ext>
            </a:extLst>
          </p:cNvPr>
          <p:cNvSpPr txBox="1"/>
          <p:nvPr/>
        </p:nvSpPr>
        <p:spPr>
          <a:xfrm rot="-5400000">
            <a:off x="1151751" y="3693781"/>
            <a:ext cx="1202333" cy="38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1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6" b="0" i="0" u="none" strike="noStrike" kern="1200" cap="none" spc="0" normalizeH="0" baseline="0" noProof="0">
                <a:ln>
                  <a:noFill/>
                </a:ln>
                <a:solidFill>
                  <a:srgbClr val="92DCEF"/>
                </a:solidFill>
                <a:effectLst/>
                <a:uLnTx/>
                <a:uFillTx/>
                <a:latin typeface="Canva Sans"/>
                <a:ea typeface="Canva Sans"/>
                <a:cs typeface="Canva Sans"/>
                <a:sym typeface="Canva Sans"/>
              </a:rPr>
              <a:t>Instance</a:t>
            </a:r>
          </a:p>
        </p:txBody>
      </p:sp>
    </p:spTree>
    <p:extLst>
      <p:ext uri="{BB962C8B-B14F-4D97-AF65-F5344CB8AC3E}">
        <p14:creationId xmlns:p14="http://schemas.microsoft.com/office/powerpoint/2010/main" val="98592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FC9C8-95F9-1365-1814-5EE49A68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F315E6-4832-A6D3-938A-38DE7F3B6958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E686C295-AED2-26A5-6D4A-81D01E513C09}"/>
              </a:ext>
            </a:extLst>
          </p:cNvPr>
          <p:cNvSpPr txBox="1"/>
          <p:nvPr/>
        </p:nvSpPr>
        <p:spPr>
          <a:xfrm>
            <a:off x="623131" y="399786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7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24" dirty="0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Basics</a:t>
            </a:r>
            <a:endParaRPr kumimoji="0" lang="en-US" sz="3424" b="0" i="0" u="none" strike="noStrike" kern="1200" cap="none" spc="0" normalizeH="0" baseline="0" noProof="0" dirty="0">
              <a:ln>
                <a:noFill/>
              </a:ln>
              <a:solidFill>
                <a:srgbClr val="92DCEF"/>
              </a:solidFill>
              <a:effectLst/>
              <a:uLnTx/>
              <a:uFillTx/>
              <a:latin typeface="Mokoto"/>
              <a:ea typeface="Mokoto"/>
              <a:cs typeface="Mokoto"/>
              <a:sym typeface="Mok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8093B-BDDA-6226-916E-D5C0DB55F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21" y="4204566"/>
            <a:ext cx="5018579" cy="2653434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CF74BBD-0D2D-D322-4051-35256F1DFE4C}"/>
              </a:ext>
            </a:extLst>
          </p:cNvPr>
          <p:cNvSpPr txBox="1">
            <a:spLocks/>
          </p:cNvSpPr>
          <p:nvPr/>
        </p:nvSpPr>
        <p:spPr>
          <a:xfrm>
            <a:off x="623131" y="1193544"/>
            <a:ext cx="10515600" cy="5448292"/>
          </a:xfrm>
          <a:prstGeom prst="rect">
            <a:avLst/>
          </a:prstGeom>
        </p:spPr>
        <p:txBody>
          <a:bodyPr>
            <a:norm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JO" sz="2266" dirty="0">
                <a:solidFill>
                  <a:srgbClr val="92DCEF"/>
                </a:solidFill>
                <a:latin typeface="Canva Sans"/>
              </a:rPr>
              <a:t>Feature: “</a:t>
            </a:r>
            <a:r>
              <a:rPr lang="en-US" sz="2266" dirty="0">
                <a:solidFill>
                  <a:srgbClr val="92DCEF"/>
                </a:solidFill>
                <a:latin typeface="Canva Sans"/>
              </a:rPr>
              <a:t>an individual measurable property or characteristic of a phenomenon.” </a:t>
            </a:r>
          </a:p>
          <a:p>
            <a:pPr lvl="1"/>
            <a:r>
              <a:rPr lang="en-US" sz="2266" dirty="0">
                <a:solidFill>
                  <a:srgbClr val="92DCEF"/>
                </a:solidFill>
                <a:latin typeface="Canva Sans"/>
              </a:rPr>
              <a:t>Examples: height, weight, temperature, price, gender</a:t>
            </a:r>
          </a:p>
          <a:p>
            <a:pPr lvl="1"/>
            <a:r>
              <a:rPr lang="en-US" sz="2266" dirty="0">
                <a:solidFill>
                  <a:srgbClr val="92DCEF"/>
                </a:solidFill>
                <a:latin typeface="Canva Sans"/>
              </a:rPr>
              <a:t>Each feature can be thought of as a “dimension” of the problem</a:t>
            </a:r>
          </a:p>
          <a:p>
            <a:pPr lvl="1"/>
            <a:endParaRPr lang="en-US" sz="2266" dirty="0">
              <a:solidFill>
                <a:srgbClr val="92DCEF"/>
              </a:solidFill>
              <a:latin typeface="Canva Sans"/>
            </a:endParaRPr>
          </a:p>
          <a:p>
            <a:pPr lvl="1"/>
            <a:endParaRPr lang="en-US" sz="2266" dirty="0">
              <a:solidFill>
                <a:srgbClr val="92DCEF"/>
              </a:solidFill>
              <a:latin typeface="Canva Sans"/>
            </a:endParaRPr>
          </a:p>
          <a:p>
            <a:pPr marL="489397" lvl="1" indent="-244699">
              <a:lnSpc>
                <a:spcPts val="3173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266" dirty="0">
                <a:solidFill>
                  <a:srgbClr val="92DCEF"/>
                </a:solidFill>
                <a:latin typeface="Canva Sans"/>
              </a:rPr>
              <a:t>A feature vector is an n-dimensional vector of numerical features that represent some object</a:t>
            </a:r>
          </a:p>
          <a:p>
            <a:pPr marL="756110" lvl="2" indent="-244699">
              <a:lnSpc>
                <a:spcPts val="3173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999" dirty="0">
                <a:solidFill>
                  <a:srgbClr val="92DCEF"/>
                </a:solidFill>
                <a:latin typeface="Canva Sans"/>
              </a:rPr>
              <a:t>Instance 1 feature vector = [13,70,12] Label = Foggy</a:t>
            </a:r>
          </a:p>
          <a:p>
            <a:pPr marL="756110" lvl="2" indent="-244699">
              <a:lnSpc>
                <a:spcPts val="3173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1999" dirty="0">
                <a:solidFill>
                  <a:srgbClr val="92DCEF"/>
                </a:solidFill>
                <a:latin typeface="Canva Sans"/>
              </a:rPr>
              <a:t>Instance 2 feature vector = [10,59,22] Label = Rainy</a:t>
            </a:r>
          </a:p>
        </p:txBody>
      </p:sp>
    </p:spTree>
    <p:extLst>
      <p:ext uri="{BB962C8B-B14F-4D97-AF65-F5344CB8AC3E}">
        <p14:creationId xmlns:p14="http://schemas.microsoft.com/office/powerpoint/2010/main" val="13497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D41EF-6BDF-5914-ED2A-BDBA0C65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350CDFB-C59B-91BC-498A-1B6094761DDB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48B0645D-12D3-9BFE-1673-E0E8E0F45319}"/>
              </a:ext>
            </a:extLst>
          </p:cNvPr>
          <p:cNvSpPr txBox="1"/>
          <p:nvPr/>
        </p:nvSpPr>
        <p:spPr>
          <a:xfrm>
            <a:off x="623131" y="399786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7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424" dirty="0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Basics</a:t>
            </a:r>
            <a:endParaRPr kumimoji="0" lang="en-US" sz="3424" b="0" i="0" u="none" strike="noStrike" kern="1200" cap="none" spc="0" normalizeH="0" baseline="0" noProof="0" dirty="0">
              <a:ln>
                <a:noFill/>
              </a:ln>
              <a:solidFill>
                <a:srgbClr val="92DCEF"/>
              </a:solidFill>
              <a:effectLst/>
              <a:uLnTx/>
              <a:uFillTx/>
              <a:latin typeface="Mokoto"/>
              <a:ea typeface="Mokoto"/>
              <a:cs typeface="Mokoto"/>
              <a:sym typeface="Mok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14202-7BEE-7ABE-161A-57EBD4B62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421" y="4204566"/>
            <a:ext cx="5018579" cy="26534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9C50B99-4A43-E70A-3C75-45895CD80F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31" y="1318578"/>
                <a:ext cx="10515600" cy="544829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11" indent="-228611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1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95325" indent="-190510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67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62038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66853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69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76484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81299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286114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590930" indent="-152408" algn="l" defTabSz="60963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333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66" dirty="0">
                    <a:solidFill>
                      <a:srgbClr val="92DCEF"/>
                    </a:solidFill>
                    <a:latin typeface="Canva Sans"/>
                  </a:rPr>
                  <a:t>The vector space associated with these vectors is often called the feature space</a:t>
                </a:r>
              </a:p>
              <a:p>
                <a:pPr marL="495324" lvl="2" indent="-228611"/>
                <a:r>
                  <a:rPr lang="en-US" sz="1999" dirty="0">
                    <a:solidFill>
                      <a:srgbClr val="92DCEF"/>
                    </a:solidFill>
                    <a:latin typeface="Canva Sans"/>
                  </a:rPr>
                  <a:t>R </a:t>
                </a:r>
                <a:r>
                  <a:rPr lang="en-US" sz="1999" dirty="0">
                    <a:solidFill>
                      <a:srgbClr val="92DCEF"/>
                    </a:solidFill>
                    <a:latin typeface="Canva Sans"/>
                    <a:sym typeface="Wingdings" pitchFamily="2" charset="2"/>
                  </a:rPr>
                  <a:t> </a:t>
                </a:r>
                <a:r>
                  <a:rPr lang="en-US" sz="1999" dirty="0">
                    <a:solidFill>
                      <a:srgbClr val="92DCEF"/>
                    </a:solidFill>
                    <a:latin typeface="Canva Sans"/>
                  </a:rPr>
                  <a:t>When the scalar field is the real numbers, the vector space is called a real vector space</a:t>
                </a:r>
              </a:p>
              <a:p>
                <a:pPr marL="228611" lvl="1" indent="-228611">
                  <a:buFont typeface="Arial" pitchFamily="34" charset="0"/>
                  <a:buChar char="•"/>
                </a:pPr>
                <a:endParaRPr lang="en-US" sz="2266" dirty="0">
                  <a:solidFill>
                    <a:srgbClr val="92DCEF"/>
                  </a:solidFill>
                  <a:latin typeface="Canva Sans"/>
                </a:endParaRPr>
              </a:p>
              <a:p>
                <a:r>
                  <a:rPr lang="en-US" sz="2266" dirty="0">
                    <a:solidFill>
                      <a:srgbClr val="92DCEF"/>
                    </a:solidFill>
                    <a:latin typeface="Canva Sans"/>
                  </a:rPr>
                  <a:t>“Feature space refers to the n-dimensions where your variables live (not including a target variable, if it is present).”</a:t>
                </a:r>
              </a:p>
              <a:p>
                <a:pPr marL="495324" lvl="2" indent="-228611"/>
                <a:r>
                  <a:rPr lang="en-US" sz="1999" dirty="0">
                    <a:solidFill>
                      <a:srgbClr val="92DCEF"/>
                    </a:solidFill>
                    <a:latin typeface="Canva Sans"/>
                  </a:rPr>
                  <a:t>In the example n = 3 so we have 3 instances and each instance</a:t>
                </a:r>
                <a:br>
                  <a:rPr lang="en-US" sz="1999" dirty="0">
                    <a:solidFill>
                      <a:srgbClr val="92DCEF"/>
                    </a:solidFill>
                    <a:latin typeface="Canva Sans"/>
                  </a:rPr>
                </a:br>
                <a:r>
                  <a:rPr lang="en-US" sz="1999" dirty="0">
                    <a:solidFill>
                      <a:srgbClr val="92DCEF"/>
                    </a:solidFill>
                    <a:latin typeface="Canva Sans"/>
                  </a:rPr>
                  <a:t>has 3 features ; each feature is a Real number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99" i="1" smtClean="0">
                            <a:solidFill>
                              <a:srgbClr val="92DCE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99" b="0" i="1" smtClean="0">
                            <a:solidFill>
                              <a:srgbClr val="92DCE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999" b="0" i="1" smtClean="0">
                            <a:solidFill>
                              <a:srgbClr val="92DCE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JO" sz="1999" dirty="0">
                  <a:solidFill>
                    <a:srgbClr val="92DCEF"/>
                  </a:solidFill>
                  <a:latin typeface="Canva Sans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9C50B99-4A43-E70A-3C75-45895CD80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31" y="1318578"/>
                <a:ext cx="10515600" cy="5448292"/>
              </a:xfrm>
              <a:prstGeom prst="rect">
                <a:avLst/>
              </a:prstGeom>
              <a:blipFill>
                <a:blip r:embed="rId6"/>
                <a:stretch>
                  <a:fillRect l="-696" t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17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08256-1655-9AD9-4ED8-F2459CD1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61D6C9-D408-B34B-E539-8963733380EF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EAC383-5E95-D7B7-B8B3-A2DBBD174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66" y="998171"/>
            <a:ext cx="11398101" cy="438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53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290E4-14DC-6DFB-D664-35F15BC9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79DE06-5128-3F4C-FA29-AF0485C51441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70A5F4-D1EE-824B-24E2-F5B563618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76" y="907795"/>
            <a:ext cx="11806647" cy="454587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C54AAB-40DC-FB95-5603-DD375CD915D6}"/>
              </a:ext>
            </a:extLst>
          </p:cNvPr>
          <p:cNvSpPr/>
          <p:nvPr/>
        </p:nvSpPr>
        <p:spPr>
          <a:xfrm>
            <a:off x="2630546" y="4552232"/>
            <a:ext cx="164374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O" dirty="0"/>
              <a:t>Temperature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8994D-4DE7-0794-C9FE-55AAFB81950C}"/>
              </a:ext>
            </a:extLst>
          </p:cNvPr>
          <p:cNvSpPr/>
          <p:nvPr/>
        </p:nvSpPr>
        <p:spPr>
          <a:xfrm>
            <a:off x="4959075" y="4552232"/>
            <a:ext cx="164374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O" dirty="0"/>
              <a:t>Temperature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854C9B-87FC-D4E0-DD9E-3A66DC74D397}"/>
              </a:ext>
            </a:extLst>
          </p:cNvPr>
          <p:cNvSpPr/>
          <p:nvPr/>
        </p:nvSpPr>
        <p:spPr>
          <a:xfrm>
            <a:off x="7542788" y="4552232"/>
            <a:ext cx="1781965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O" dirty="0"/>
              <a:t>Temperature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7F55E1-FFA3-178A-CAE2-2D12C7F248CA}"/>
              </a:ext>
            </a:extLst>
          </p:cNvPr>
          <p:cNvSpPr/>
          <p:nvPr/>
        </p:nvSpPr>
        <p:spPr>
          <a:xfrm rot="16200000">
            <a:off x="3849999" y="3065546"/>
            <a:ext cx="164374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O" dirty="0"/>
              <a:t>Humidity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2F604E-9443-92A1-A8C5-DD2BFDA4BCB5}"/>
              </a:ext>
            </a:extLst>
          </p:cNvPr>
          <p:cNvSpPr/>
          <p:nvPr/>
        </p:nvSpPr>
        <p:spPr>
          <a:xfrm rot="16200000">
            <a:off x="6231692" y="3028332"/>
            <a:ext cx="164374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O" dirty="0"/>
              <a:t>Humidity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03B5B-5AC0-B447-FE2A-B1ACE902BFFB}"/>
              </a:ext>
            </a:extLst>
          </p:cNvPr>
          <p:cNvSpPr/>
          <p:nvPr/>
        </p:nvSpPr>
        <p:spPr>
          <a:xfrm rot="18692745">
            <a:off x="9120123" y="3355925"/>
            <a:ext cx="1643743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O" dirty="0"/>
              <a:t>Wind speed</a:t>
            </a:r>
          </a:p>
        </p:txBody>
      </p:sp>
    </p:spTree>
    <p:extLst>
      <p:ext uri="{BB962C8B-B14F-4D97-AF65-F5344CB8AC3E}">
        <p14:creationId xmlns:p14="http://schemas.microsoft.com/office/powerpoint/2010/main" val="1425323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5CAB3-BFBD-AEA0-77EB-1D3993F3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CE595DF-DFCF-746E-994B-E2E4FC98EFB1}"/>
              </a:ext>
            </a:extLst>
          </p:cNvPr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8EFB6-CF54-A554-7F00-3E34B9259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228600"/>
            <a:ext cx="4385733" cy="5155569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5C1F54D-C3F5-1B5C-422B-37D9CB563979}"/>
              </a:ext>
            </a:extLst>
          </p:cNvPr>
          <p:cNvSpPr txBox="1"/>
          <p:nvPr/>
        </p:nvSpPr>
        <p:spPr>
          <a:xfrm>
            <a:off x="8182867" y="1882434"/>
            <a:ext cx="3307503" cy="119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5 records / observation.</a:t>
            </a:r>
          </a:p>
          <a:p>
            <a:pPr>
              <a:lnSpc>
                <a:spcPts val="3173"/>
              </a:lnSpc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5 feature vectors.</a:t>
            </a:r>
          </a:p>
          <a:p>
            <a:pPr>
              <a:lnSpc>
                <a:spcPts val="3173"/>
              </a:lnSpc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573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7797" y="1533043"/>
            <a:ext cx="11731720" cy="1429147"/>
          </a:xfrm>
          <a:custGeom>
            <a:avLst/>
            <a:gdLst/>
            <a:ahLst/>
            <a:cxnLst/>
            <a:rect l="l" t="t" r="r" b="b"/>
            <a:pathLst>
              <a:path w="17597580" h="2143721">
                <a:moveTo>
                  <a:pt x="0" y="0"/>
                </a:moveTo>
                <a:lnTo>
                  <a:pt x="17597580" y="0"/>
                </a:lnTo>
                <a:lnTo>
                  <a:pt x="17597580" y="2143721"/>
                </a:lnTo>
                <a:lnTo>
                  <a:pt x="0" y="214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37" r="-1837"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014849" y="4221345"/>
            <a:ext cx="4442729" cy="1950855"/>
          </a:xfrm>
          <a:custGeom>
            <a:avLst/>
            <a:gdLst/>
            <a:ahLst/>
            <a:cxnLst/>
            <a:rect l="l" t="t" r="r" b="b"/>
            <a:pathLst>
              <a:path w="6664093" h="2926282">
                <a:moveTo>
                  <a:pt x="0" y="0"/>
                </a:moveTo>
                <a:lnTo>
                  <a:pt x="6664093" y="0"/>
                </a:lnTo>
                <a:lnTo>
                  <a:pt x="6664093" y="2926282"/>
                </a:lnTo>
                <a:lnTo>
                  <a:pt x="0" y="2926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7590025" y="4018012"/>
            <a:ext cx="2815813" cy="2357521"/>
          </a:xfrm>
          <a:custGeom>
            <a:avLst/>
            <a:gdLst/>
            <a:ahLst/>
            <a:cxnLst/>
            <a:rect l="l" t="t" r="r" b="b"/>
            <a:pathLst>
              <a:path w="4223720" h="3536282">
                <a:moveTo>
                  <a:pt x="0" y="0"/>
                </a:moveTo>
                <a:lnTo>
                  <a:pt x="4223720" y="0"/>
                </a:lnTo>
                <a:lnTo>
                  <a:pt x="4223720" y="3536282"/>
                </a:lnTo>
                <a:lnTo>
                  <a:pt x="0" y="3536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23132" y="615950"/>
            <a:ext cx="10945737" cy="56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794"/>
              </a:lnSpc>
            </a:pPr>
            <a:r>
              <a:rPr lang="en-US" sz="342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CREDIT APPROVAL EXAMPLE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3132" y="615950"/>
            <a:ext cx="10945737" cy="56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794"/>
              </a:lnSpc>
            </a:pPr>
            <a:r>
              <a:rPr lang="en-US" sz="342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TYPES OF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3597" y="1422783"/>
            <a:ext cx="11358403" cy="4477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 dirty="0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Numerical Features: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 Continuous or discrete values (e.g., age, temperature, number of transactions).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 dirty="0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Categorical Features: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 Qualitative values that represent distinct groups (e.g., gender, product type).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 dirty="0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Ordinal Features: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 Categorical features with a meaningful order (e.g., education levels, customer ratings).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 dirty="0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Features: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 Extracted from textual data using techniques like tokenization, TF-IDF, or word embeddings.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 dirty="0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Features: 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Extracted using filters, edge detection, or deep learning models like CNNs.</a:t>
            </a:r>
          </a:p>
          <a:p>
            <a:pPr defTabSz="609630">
              <a:lnSpc>
                <a:spcPts val="3173"/>
              </a:lnSpc>
            </a:pPr>
            <a:endParaRPr lang="en-US" sz="2266" dirty="0">
              <a:solidFill>
                <a:srgbClr val="92DCE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3132" y="615950"/>
            <a:ext cx="10945737" cy="561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794"/>
              </a:lnSpc>
            </a:pPr>
            <a:r>
              <a:rPr lang="en-US" sz="342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OPERATIONS ON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3597" y="2060328"/>
            <a:ext cx="11358403" cy="2425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selection: </a:t>
            </a:r>
            <a:r>
              <a:rPr lang="en-US" sz="2266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Choosing the most relevant features.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extraction: </a:t>
            </a:r>
            <a:r>
              <a:rPr lang="en-US" sz="2266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Transforming raw data into useful features.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 scaling: </a:t>
            </a:r>
            <a:r>
              <a:rPr lang="en-US" sz="2266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Normalizing or standardizing numerical features.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b="1">
                <a:solidFill>
                  <a:srgbClr val="92DC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Dimensionality reduction: </a:t>
            </a:r>
            <a:r>
              <a:rPr lang="en-US" sz="2266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Reducing the number of features while preserving essential information (e.g., PCA, t-SNE).</a:t>
            </a:r>
          </a:p>
          <a:p>
            <a:pPr defTabSz="609630">
              <a:lnSpc>
                <a:spcPts val="3173"/>
              </a:lnSpc>
            </a:pPr>
            <a:endParaRPr lang="en-US" sz="2266">
              <a:solidFill>
                <a:srgbClr val="92DCE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3132" y="615950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794"/>
              </a:lnSpc>
            </a:pPr>
            <a:r>
              <a:rPr lang="en-US" sz="342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FEATURE SELECTION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2296221"/>
            <a:ext cx="11506200" cy="202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Process that chooses an optimal subset of features according to a certain criterion.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Reasons: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remove irrelevant data.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reduce the complexity of AI models.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Can be </a:t>
            </a:r>
            <a:r>
              <a:rPr lang="en-US" sz="2266" u="sng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considered a search problem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3132" y="615950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794"/>
              </a:lnSpc>
            </a:pPr>
            <a:r>
              <a:rPr lang="en-US" sz="342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SEARCH DIRECTION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2984" y="1384724"/>
            <a:ext cx="11179017" cy="4898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Sequential Forward Generation (SFG): 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start with empty set of features.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add features based on some criterion.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stopping criteria can be a threshold of number of relevant features.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Sequential Backward Generation (SBG):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start with the full set of features.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remove features one at a time.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 stopping criteria can be a threshold of number of relevant features.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Bidirectional Generation (BG): 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begin search in both direction.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stops when one search find the best subset of features or both searches achieve the middle of the search space.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6403" y="470463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85800" y="698743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794"/>
              </a:lnSpc>
            </a:pPr>
            <a:r>
              <a:rPr lang="en-US" sz="342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FEATURE EXTRACTION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1978" y="2627396"/>
            <a:ext cx="11110022" cy="794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Finding new features that are calculated as a function of the original features.</a:t>
            </a:r>
          </a:p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Ex: Stock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9810" y="4732402"/>
            <a:ext cx="2880000" cy="2743200"/>
          </a:xfrm>
          <a:custGeom>
            <a:avLst/>
            <a:gdLst/>
            <a:ahLst/>
            <a:cxnLst/>
            <a:rect l="l" t="t" r="r" b="b"/>
            <a:pathLst>
              <a:path w="4320000" h="4114800">
                <a:moveTo>
                  <a:pt x="0" y="0"/>
                </a:moveTo>
                <a:lnTo>
                  <a:pt x="4320000" y="0"/>
                </a:lnTo>
                <a:lnTo>
                  <a:pt x="4320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23132" y="615950"/>
            <a:ext cx="10945737" cy="577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794"/>
              </a:lnSpc>
            </a:pPr>
            <a:r>
              <a:rPr lang="en-US" sz="342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EXERCISE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0190" y="2095599"/>
            <a:ext cx="10950575" cy="407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9397" lvl="1" indent="-244699" defTabSz="609630">
              <a:lnSpc>
                <a:spcPts val="3173"/>
              </a:lnSpc>
              <a:buFont typeface="Arial"/>
              <a:buChar char="•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Find 3 datasets on Kaggle, then prepare a report that includes the following: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Description about the dataset purpose.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The included features.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The label.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How is the problem related to AI?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Are the datasets balanced?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Do the datasets have missing values?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What are the feature types (categorical, numerical, text, image)?</a:t>
            </a: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endParaRPr lang="en-US" sz="2266" dirty="0">
              <a:solidFill>
                <a:srgbClr val="92DCE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978795" lvl="2" indent="-326265" defTabSz="609630">
              <a:lnSpc>
                <a:spcPts val="3173"/>
              </a:lnSpc>
              <a:buFont typeface="Arial"/>
              <a:buChar char="⚬"/>
            </a:pPr>
            <a:endParaRPr lang="en-US" sz="2266" dirty="0">
              <a:solidFill>
                <a:srgbClr val="92DCE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6726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967" b="-6143"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001080" y="4457141"/>
            <a:ext cx="2190921" cy="2577940"/>
          </a:xfrm>
          <a:custGeom>
            <a:avLst/>
            <a:gdLst/>
            <a:ahLst/>
            <a:cxnLst/>
            <a:rect l="l" t="t" r="r" b="b"/>
            <a:pathLst>
              <a:path w="3286381" h="3866910">
                <a:moveTo>
                  <a:pt x="0" y="0"/>
                </a:moveTo>
                <a:lnTo>
                  <a:pt x="3286381" y="0"/>
                </a:lnTo>
                <a:lnTo>
                  <a:pt x="3286381" y="3866910"/>
                </a:lnTo>
                <a:lnTo>
                  <a:pt x="0" y="3866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394256" y="2210517"/>
            <a:ext cx="2788513" cy="2743200"/>
          </a:xfrm>
          <a:custGeom>
            <a:avLst/>
            <a:gdLst/>
            <a:ahLst/>
            <a:cxnLst/>
            <a:rect l="l" t="t" r="r" b="b"/>
            <a:pathLst>
              <a:path w="4182770" h="4114800">
                <a:moveTo>
                  <a:pt x="0" y="0"/>
                </a:moveTo>
                <a:lnTo>
                  <a:pt x="4182770" y="0"/>
                </a:lnTo>
                <a:lnTo>
                  <a:pt x="4182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2773" y="323818"/>
            <a:ext cx="5582806" cy="85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7090"/>
              </a:lnSpc>
            </a:pPr>
            <a:r>
              <a:rPr lang="en-US" sz="5064">
                <a:solidFill>
                  <a:srgbClr val="92DCEF"/>
                </a:solidFill>
                <a:latin typeface="Mokoto"/>
                <a:ea typeface="Mokoto"/>
                <a:cs typeface="Mokoto"/>
                <a:sym typeface="Mokoto"/>
              </a:rPr>
              <a:t>References</a:t>
            </a:r>
          </a:p>
        </p:txBody>
      </p:sp>
      <p:sp>
        <p:nvSpPr>
          <p:cNvPr id="6" name="Freeform 6"/>
          <p:cNvSpPr/>
          <p:nvPr/>
        </p:nvSpPr>
        <p:spPr>
          <a:xfrm>
            <a:off x="10001080" y="-474555"/>
            <a:ext cx="2190921" cy="2577940"/>
          </a:xfrm>
          <a:custGeom>
            <a:avLst/>
            <a:gdLst/>
            <a:ahLst/>
            <a:cxnLst/>
            <a:rect l="l" t="t" r="r" b="b"/>
            <a:pathLst>
              <a:path w="3286381" h="3866910">
                <a:moveTo>
                  <a:pt x="0" y="0"/>
                </a:moveTo>
                <a:lnTo>
                  <a:pt x="3286381" y="0"/>
                </a:lnTo>
                <a:lnTo>
                  <a:pt x="3286381" y="3866909"/>
                </a:lnTo>
                <a:lnTo>
                  <a:pt x="0" y="3866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78833" y="1430362"/>
            <a:ext cx="9251436" cy="5707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3173"/>
              </a:lnSpc>
            </a:pPr>
            <a:r>
              <a:rPr lang="en-US" sz="2266" dirty="0" err="1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Negnevitsky</a:t>
            </a: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 M. Artificial Intelligence: A Guide to Intelligent Systems. </a:t>
            </a:r>
          </a:p>
          <a:p>
            <a:pPr defTabSz="609630">
              <a:lnSpc>
                <a:spcPts val="3173"/>
              </a:lnSpc>
            </a:pPr>
            <a:r>
              <a:rPr lang="en-US" sz="2266" dirty="0">
                <a:solidFill>
                  <a:srgbClr val="92DCEF"/>
                </a:solidFill>
                <a:latin typeface="Canva Sans"/>
                <a:ea typeface="Canva Sans"/>
                <a:cs typeface="Canva Sans"/>
                <a:sym typeface="Canva Sans"/>
              </a:rPr>
              <a:t>Garcia S., Luengo J., and Herrera F. Data Preprocessing in Data Mining.</a:t>
            </a:r>
          </a:p>
          <a:p>
            <a:pPr defTabSz="609630">
              <a:lnSpc>
                <a:spcPts val="3173"/>
              </a:lnSpc>
            </a:pPr>
            <a:r>
              <a:rPr lang="en-US" sz="2266" dirty="0">
                <a:solidFill>
                  <a:srgbClr val="92DCEF"/>
                </a:solidFill>
                <a:latin typeface="Canva Sans"/>
                <a:sym typeface="Canva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https://www.ibm.com/topics/natural-language-processing</a:t>
            </a:r>
            <a:endParaRPr lang="en-US" sz="2266" dirty="0">
              <a:solidFill>
                <a:srgbClr val="92DCEF"/>
              </a:solidFill>
              <a:latin typeface="Canva Sans"/>
              <a:sym typeface="Canva Sans"/>
            </a:endParaRPr>
          </a:p>
          <a:p>
            <a:pPr defTabSz="609630">
              <a:lnSpc>
                <a:spcPts val="3173"/>
              </a:lnSpc>
            </a:pPr>
            <a:r>
              <a:rPr lang="en-JO" sz="2266" dirty="0">
                <a:solidFill>
                  <a:srgbClr val="92DCEF"/>
                </a:solidFill>
                <a:latin typeface="Canva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https://web.cs.ucla.edu/~yzsun/classes/2013Spring_CS6220/slides/03Preprocessing.pdf?utm_source=chatgpt.com</a:t>
            </a:r>
            <a:endParaRPr lang="en-US" sz="2266" dirty="0">
              <a:solidFill>
                <a:srgbClr val="92DCEF"/>
              </a:solidFill>
              <a:latin typeface="Canva Sans"/>
            </a:endParaRPr>
          </a:p>
          <a:p>
            <a:pPr defTabSz="609630"/>
            <a:r>
              <a:rPr lang="en-JO" sz="2266" dirty="0">
                <a:solidFill>
                  <a:srgbClr val="92DCEF"/>
                </a:solidFill>
                <a:latin typeface="Canva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https://en.wikipedia.org/wiki/Feature_(machine_learning)</a:t>
            </a:r>
            <a:endParaRPr lang="en-JO" sz="2266" dirty="0">
              <a:solidFill>
                <a:srgbClr val="92DCEF"/>
              </a:solidFill>
              <a:latin typeface="Canva Sans"/>
            </a:endParaRPr>
          </a:p>
          <a:p>
            <a:pPr defTabSz="609630"/>
            <a:r>
              <a:rPr lang="en-US" sz="2266" dirty="0">
                <a:solidFill>
                  <a:srgbClr val="92DCEF"/>
                </a:solidFill>
                <a:latin typeface="Canva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https://dataorigami.net/2014/06/06/Feature-Space-in-Machine-Learning.html#:~:text=Feature%20space%20refers%20to%20the,Target</a:t>
            </a:r>
            <a:endParaRPr lang="en-US" sz="2266" dirty="0">
              <a:solidFill>
                <a:srgbClr val="92DCEF"/>
              </a:solidFill>
              <a:latin typeface="Canva Sans"/>
            </a:endParaRPr>
          </a:p>
          <a:p>
            <a:pPr defTabSz="609630"/>
            <a:r>
              <a:rPr lang="en-JO" sz="2266" dirty="0">
                <a:solidFill>
                  <a:srgbClr val="92DCEF"/>
                </a:solidFill>
                <a:latin typeface="Canva San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https://livebook.manning.com/concept/r/feature-space</a:t>
            </a:r>
            <a:endParaRPr lang="en-US" sz="2266" dirty="0">
              <a:solidFill>
                <a:srgbClr val="92DCEF"/>
              </a:solidFill>
              <a:latin typeface="Canva Sans"/>
            </a:endParaRPr>
          </a:p>
          <a:p>
            <a:pPr defTabSz="609630"/>
            <a:r>
              <a:rPr lang="en-US" sz="2266" dirty="0">
                <a:solidFill>
                  <a:srgbClr val="92DCEF"/>
                </a:solidFill>
                <a:latin typeface="Canva Sans"/>
              </a:rPr>
              <a:t>https://www.kaggle.com/code/hafidhfikri/loan-approval-prediction/input</a:t>
            </a:r>
          </a:p>
          <a:p>
            <a:pPr defTabSz="609630"/>
            <a:endParaRPr lang="en-JO" sz="2266" dirty="0">
              <a:solidFill>
                <a:srgbClr val="92DCEF"/>
              </a:solidFill>
              <a:latin typeface="Canva Sans"/>
            </a:endParaRPr>
          </a:p>
          <a:p>
            <a:pPr defTabSz="609630"/>
            <a:endParaRPr lang="en-JO" sz="2266" dirty="0">
              <a:solidFill>
                <a:srgbClr val="92DCEF"/>
              </a:solidFill>
              <a:latin typeface="Canva Sans"/>
            </a:endParaRPr>
          </a:p>
          <a:p>
            <a:pPr defTabSz="609630">
              <a:lnSpc>
                <a:spcPts val="3173"/>
              </a:lnSpc>
            </a:pPr>
            <a:endParaRPr lang="en-JO" sz="2266" dirty="0">
              <a:solidFill>
                <a:srgbClr val="92DCEF"/>
              </a:solidFill>
              <a:latin typeface="Canva Sans"/>
            </a:endParaRPr>
          </a:p>
          <a:p>
            <a:pPr defTabSz="609630">
              <a:lnSpc>
                <a:spcPts val="3173"/>
              </a:lnSpc>
            </a:pPr>
            <a:endParaRPr lang="en-US" sz="2266" dirty="0">
              <a:solidFill>
                <a:srgbClr val="92DCEF"/>
              </a:solidFill>
              <a:latin typeface="Canva Sans"/>
              <a:sym typeface="Canva Sans"/>
            </a:endParaRPr>
          </a:p>
          <a:p>
            <a:pPr defTabSz="609630">
              <a:lnSpc>
                <a:spcPts val="3173"/>
              </a:lnSpc>
            </a:pPr>
            <a:endParaRPr lang="en-US" sz="2266" dirty="0">
              <a:solidFill>
                <a:srgbClr val="92DCE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ABE7923C92414391B9F7943FB2BF24" ma:contentTypeVersion="4" ma:contentTypeDescription="Create a new document." ma:contentTypeScope="" ma:versionID="81997495f0a8b3e9ac489e3925a60773">
  <xsd:schema xmlns:xsd="http://www.w3.org/2001/XMLSchema" xmlns:xs="http://www.w3.org/2001/XMLSchema" xmlns:p="http://schemas.microsoft.com/office/2006/metadata/properties" xmlns:ns2="b0cddff6-6a29-4a9b-829f-3c61a9b28948" targetNamespace="http://schemas.microsoft.com/office/2006/metadata/properties" ma:root="true" ma:fieldsID="eafa04725d855f8e180394c181ca30cb" ns2:_="">
    <xsd:import namespace="b0cddff6-6a29-4a9b-829f-3c61a9b289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cddff6-6a29-4a9b-829f-3c61a9b289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FEA712-59D4-4C81-9287-0683ED53D8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677E05-E456-415F-A599-C64F90ABDE76}"/>
</file>

<file path=customXml/itemProps3.xml><?xml version="1.0" encoding="utf-8"?>
<ds:datastoreItem xmlns:ds="http://schemas.openxmlformats.org/officeDocument/2006/customXml" ds:itemID="{2D2F15DE-FC0D-4539-99B6-7CEF37F3D929}">
  <ds:schemaRefs>
    <ds:schemaRef ds:uri="http://schemas.microsoft.com/office/2006/metadata/properties"/>
    <ds:schemaRef ds:uri="http://schemas.microsoft.com/office/infopath/2007/PartnerControls"/>
    <ds:schemaRef ds:uri="61a8be0f-7015-4e50-9564-35eed95e1d4b"/>
    <ds:schemaRef ds:uri="20e1e97f-73d7-4e18-a866-c21287f5beb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980</Words>
  <Application>Microsoft Macintosh PowerPoint</Application>
  <PresentationFormat>Widescreen</PresentationFormat>
  <Paragraphs>164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Cambria Math</vt:lpstr>
      <vt:lpstr>Canva Sans</vt:lpstr>
      <vt:lpstr>Canva Sans Bold</vt:lpstr>
      <vt:lpstr>Mokoto</vt:lpstr>
      <vt:lpstr>Open Sans</vt:lpstr>
      <vt:lpstr>Open Sans Bold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 AlOuran</dc:creator>
  <cp:lastModifiedBy>Rami AlOuran</cp:lastModifiedBy>
  <cp:revision>7</cp:revision>
  <dcterms:created xsi:type="dcterms:W3CDTF">2025-07-17T20:47:05Z</dcterms:created>
  <dcterms:modified xsi:type="dcterms:W3CDTF">2026-03-13T14:42:01Z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0x01010063ABE7923C92414391B9F7943FB2BF24</vt:lpwstr>
  </property>
</Properties>
</file>